
<file path=[Content_Types].xml><?xml version="1.0" encoding="utf-8"?>
<Types xmlns="http://schemas.openxmlformats.org/package/2006/content-types">
  <Default Extension="emf" ContentType="image/x-emf"/>
  <Default Extension="jpeg" ContentType="image/jpeg"/>
  <Default Extension="pptx" ContentType="application/vnd.openxmlformats-officedocument.presentationml.presentation"/>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2"/>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ADA05782-DA0E-43BE-B5DA-C80E28470C42}" v="2" dt="2026-09-22T19:32:06.055"/>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94660"/>
  </p:normalViewPr>
  <p:slideViewPr>
    <p:cSldViewPr snapToGrid="0">
      <p:cViewPr varScale="1">
        <p:scale>
          <a:sx n="70" d="100"/>
          <a:sy n="70" d="100"/>
        </p:scale>
        <p:origin x="536" y="5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ableStyles" Target="tableStyle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presProps" Target="presProps.xml"/><Relationship Id="rId28" Type="http://schemas.microsoft.com/office/2015/10/relationships/revisionInfo" Target="revisionInfo.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notesMaster" Target="notesMasters/notesMaster1.xml"/><Relationship Id="rId27" Type="http://schemas.microsoft.com/office/2016/11/relationships/changesInfo" Target="changesInfos/changesInfo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rushikesh nayak" userId="335f63fe9b7688ce" providerId="LiveId" clId="{CBEC0FC1-7493-40C3-9D22-C412FCBEBCB3}"/>
    <pc:docChg chg="undo custSel addSld delSld modSld">
      <pc:chgData name="rushikesh nayak" userId="335f63fe9b7688ce" providerId="LiveId" clId="{CBEC0FC1-7493-40C3-9D22-C412FCBEBCB3}" dt="2026-09-22T19:32:06.054" v="3453" actId="14100"/>
      <pc:docMkLst>
        <pc:docMk/>
      </pc:docMkLst>
      <pc:sldChg chg="addSp modSp mod">
        <pc:chgData name="rushikesh nayak" userId="335f63fe9b7688ce" providerId="LiveId" clId="{CBEC0FC1-7493-40C3-9D22-C412FCBEBCB3}" dt="2026-09-19T02:20:41.283" v="3450"/>
        <pc:sldMkLst>
          <pc:docMk/>
          <pc:sldMk cId="1565663320" sldId="256"/>
        </pc:sldMkLst>
        <pc:spChg chg="add mod">
          <ac:chgData name="rushikesh nayak" userId="335f63fe9b7688ce" providerId="LiveId" clId="{CBEC0FC1-7493-40C3-9D22-C412FCBEBCB3}" dt="2026-09-19T02:20:41.283" v="3450"/>
          <ac:spMkLst>
            <pc:docMk/>
            <pc:sldMk cId="1565663320" sldId="256"/>
            <ac:spMk id="3" creationId="{68E0A917-BD36-6151-0264-664055FCFB9A}"/>
          </ac:spMkLst>
        </pc:spChg>
      </pc:sldChg>
      <pc:sldChg chg="addSp delSp modSp mod">
        <pc:chgData name="rushikesh nayak" userId="335f63fe9b7688ce" providerId="LiveId" clId="{CBEC0FC1-7493-40C3-9D22-C412FCBEBCB3}" dt="2026-09-17T23:05:20.895" v="519" actId="14100"/>
        <pc:sldMkLst>
          <pc:docMk/>
          <pc:sldMk cId="1843502735" sldId="257"/>
        </pc:sldMkLst>
        <pc:spChg chg="mod">
          <ac:chgData name="rushikesh nayak" userId="335f63fe9b7688ce" providerId="LiveId" clId="{CBEC0FC1-7493-40C3-9D22-C412FCBEBCB3}" dt="2026-09-17T23:00:19.716" v="436" actId="6549"/>
          <ac:spMkLst>
            <pc:docMk/>
            <pc:sldMk cId="1843502735" sldId="257"/>
            <ac:spMk id="3" creationId="{175C3421-1597-8C95-E0E0-5A3CD6ED29C7}"/>
          </ac:spMkLst>
        </pc:spChg>
        <pc:spChg chg="add mod">
          <ac:chgData name="rushikesh nayak" userId="335f63fe9b7688ce" providerId="LiveId" clId="{CBEC0FC1-7493-40C3-9D22-C412FCBEBCB3}" dt="2026-09-17T23:02:56.004" v="480" actId="14100"/>
          <ac:spMkLst>
            <pc:docMk/>
            <pc:sldMk cId="1843502735" sldId="257"/>
            <ac:spMk id="5" creationId="{6A1024C1-13DE-9FE0-4F40-488E134ED6DD}"/>
          </ac:spMkLst>
        </pc:spChg>
        <pc:spChg chg="add mod">
          <ac:chgData name="rushikesh nayak" userId="335f63fe9b7688ce" providerId="LiveId" clId="{CBEC0FC1-7493-40C3-9D22-C412FCBEBCB3}" dt="2026-09-17T23:03:05.873" v="483" actId="14100"/>
          <ac:spMkLst>
            <pc:docMk/>
            <pc:sldMk cId="1843502735" sldId="257"/>
            <ac:spMk id="7" creationId="{F317E131-2692-A72B-F5F0-D3876230BCEE}"/>
          </ac:spMkLst>
        </pc:spChg>
        <pc:spChg chg="add mod">
          <ac:chgData name="rushikesh nayak" userId="335f63fe9b7688ce" providerId="LiveId" clId="{CBEC0FC1-7493-40C3-9D22-C412FCBEBCB3}" dt="2026-09-17T23:03:13.240" v="486" actId="14100"/>
          <ac:spMkLst>
            <pc:docMk/>
            <pc:sldMk cId="1843502735" sldId="257"/>
            <ac:spMk id="9" creationId="{2BDB973F-B7C4-EACD-2A35-F1EFBE925440}"/>
          </ac:spMkLst>
        </pc:spChg>
        <pc:spChg chg="add mod">
          <ac:chgData name="rushikesh nayak" userId="335f63fe9b7688ce" providerId="LiveId" clId="{CBEC0FC1-7493-40C3-9D22-C412FCBEBCB3}" dt="2026-09-17T23:03:49.517" v="498" actId="14100"/>
          <ac:spMkLst>
            <pc:docMk/>
            <pc:sldMk cId="1843502735" sldId="257"/>
            <ac:spMk id="11" creationId="{AD362301-807D-B77D-2DD5-BCFAF1A4CEFB}"/>
          </ac:spMkLst>
        </pc:spChg>
        <pc:spChg chg="add mod">
          <ac:chgData name="rushikesh nayak" userId="335f63fe9b7688ce" providerId="LiveId" clId="{CBEC0FC1-7493-40C3-9D22-C412FCBEBCB3}" dt="2026-09-17T23:03:43.270" v="496" actId="14100"/>
          <ac:spMkLst>
            <pc:docMk/>
            <pc:sldMk cId="1843502735" sldId="257"/>
            <ac:spMk id="13" creationId="{D4FB376F-1145-88F4-9D22-CC8F453591C2}"/>
          </ac:spMkLst>
        </pc:spChg>
        <pc:spChg chg="add mod">
          <ac:chgData name="rushikesh nayak" userId="335f63fe9b7688ce" providerId="LiveId" clId="{CBEC0FC1-7493-40C3-9D22-C412FCBEBCB3}" dt="2026-09-17T23:03:22.810" v="489" actId="14100"/>
          <ac:spMkLst>
            <pc:docMk/>
            <pc:sldMk cId="1843502735" sldId="257"/>
            <ac:spMk id="15" creationId="{80FE76AA-6C7A-B735-6EB5-909B31078541}"/>
          </ac:spMkLst>
        </pc:spChg>
        <pc:spChg chg="add mod">
          <ac:chgData name="rushikesh nayak" userId="335f63fe9b7688ce" providerId="LiveId" clId="{CBEC0FC1-7493-40C3-9D22-C412FCBEBCB3}" dt="2026-09-17T23:03:46.224" v="497" actId="14100"/>
          <ac:spMkLst>
            <pc:docMk/>
            <pc:sldMk cId="1843502735" sldId="257"/>
            <ac:spMk id="17" creationId="{54C15ED3-0572-2DC8-69C6-61C1DAB2C5D3}"/>
          </ac:spMkLst>
        </pc:spChg>
        <pc:cxnChg chg="add mod">
          <ac:chgData name="rushikesh nayak" userId="335f63fe9b7688ce" providerId="LiveId" clId="{CBEC0FC1-7493-40C3-9D22-C412FCBEBCB3}" dt="2026-09-17T23:04:17.359" v="502" actId="14100"/>
          <ac:cxnSpMkLst>
            <pc:docMk/>
            <pc:sldMk cId="1843502735" sldId="257"/>
            <ac:cxnSpMk id="19" creationId="{010DE803-4F04-131B-C565-57F80A28F236}"/>
          </ac:cxnSpMkLst>
        </pc:cxnChg>
        <pc:cxnChg chg="add mod">
          <ac:chgData name="rushikesh nayak" userId="335f63fe9b7688ce" providerId="LiveId" clId="{CBEC0FC1-7493-40C3-9D22-C412FCBEBCB3}" dt="2026-09-17T23:04:53.389" v="512" actId="14100"/>
          <ac:cxnSpMkLst>
            <pc:docMk/>
            <pc:sldMk cId="1843502735" sldId="257"/>
            <ac:cxnSpMk id="23" creationId="{76541EC0-F7DF-2BD6-F8E0-19965E361780}"/>
          </ac:cxnSpMkLst>
        </pc:cxnChg>
        <pc:cxnChg chg="add mod">
          <ac:chgData name="rushikesh nayak" userId="335f63fe9b7688ce" providerId="LiveId" clId="{CBEC0FC1-7493-40C3-9D22-C412FCBEBCB3}" dt="2026-09-17T23:04:44.762" v="510" actId="14100"/>
          <ac:cxnSpMkLst>
            <pc:docMk/>
            <pc:sldMk cId="1843502735" sldId="257"/>
            <ac:cxnSpMk id="24" creationId="{C04347D7-21AD-AE2B-8C30-F682FA82787B}"/>
          </ac:cxnSpMkLst>
        </pc:cxnChg>
        <pc:cxnChg chg="add mod">
          <ac:chgData name="rushikesh nayak" userId="335f63fe9b7688ce" providerId="LiveId" clId="{CBEC0FC1-7493-40C3-9D22-C412FCBEBCB3}" dt="2026-09-17T23:04:32.341" v="507" actId="14100"/>
          <ac:cxnSpMkLst>
            <pc:docMk/>
            <pc:sldMk cId="1843502735" sldId="257"/>
            <ac:cxnSpMk id="25" creationId="{803028A0-1B61-6F87-4ACC-919DA1C39D11}"/>
          </ac:cxnSpMkLst>
        </pc:cxnChg>
        <pc:cxnChg chg="add mod">
          <ac:chgData name="rushikesh nayak" userId="335f63fe9b7688ce" providerId="LiveId" clId="{CBEC0FC1-7493-40C3-9D22-C412FCBEBCB3}" dt="2026-09-17T23:05:20.895" v="519" actId="14100"/>
          <ac:cxnSpMkLst>
            <pc:docMk/>
            <pc:sldMk cId="1843502735" sldId="257"/>
            <ac:cxnSpMk id="31" creationId="{8EA504AC-2BD4-6A16-DC0B-6CC38F2ACE85}"/>
          </ac:cxnSpMkLst>
        </pc:cxnChg>
        <pc:cxnChg chg="add mod">
          <ac:chgData name="rushikesh nayak" userId="335f63fe9b7688ce" providerId="LiveId" clId="{CBEC0FC1-7493-40C3-9D22-C412FCBEBCB3}" dt="2026-09-17T23:05:07.096" v="516" actId="14100"/>
          <ac:cxnSpMkLst>
            <pc:docMk/>
            <pc:sldMk cId="1843502735" sldId="257"/>
            <ac:cxnSpMk id="32" creationId="{BE5C82C8-6507-9BF7-8C8E-C5DE304BAC15}"/>
          </ac:cxnSpMkLst>
        </pc:cxnChg>
      </pc:sldChg>
      <pc:sldChg chg="addSp delSp modSp mod">
        <pc:chgData name="rushikesh nayak" userId="335f63fe9b7688ce" providerId="LiveId" clId="{CBEC0FC1-7493-40C3-9D22-C412FCBEBCB3}" dt="2026-09-17T22:53:03.448" v="121" actId="1036"/>
        <pc:sldMkLst>
          <pc:docMk/>
          <pc:sldMk cId="1666368960" sldId="258"/>
        </pc:sldMkLst>
        <pc:spChg chg="mod">
          <ac:chgData name="rushikesh nayak" userId="335f63fe9b7688ce" providerId="LiveId" clId="{CBEC0FC1-7493-40C3-9D22-C412FCBEBCB3}" dt="2026-09-17T22:53:03.448" v="121" actId="1036"/>
          <ac:spMkLst>
            <pc:docMk/>
            <pc:sldMk cId="1666368960" sldId="258"/>
            <ac:spMk id="2" creationId="{84276E3E-D99B-695D-EF6A-FAFA992FD39A}"/>
          </ac:spMkLst>
        </pc:spChg>
        <pc:graphicFrameChg chg="add mod ord modGraphic">
          <ac:chgData name="rushikesh nayak" userId="335f63fe9b7688ce" providerId="LiveId" clId="{CBEC0FC1-7493-40C3-9D22-C412FCBEBCB3}" dt="2026-09-17T22:52:49.646" v="101" actId="113"/>
          <ac:graphicFrameMkLst>
            <pc:docMk/>
            <pc:sldMk cId="1666368960" sldId="258"/>
            <ac:graphicFrameMk id="4" creationId="{7A95C6F1-F5B7-A1A3-799D-6D3DB77CF575}"/>
          </ac:graphicFrameMkLst>
        </pc:graphicFrameChg>
      </pc:sldChg>
      <pc:sldChg chg="addSp delSp modSp new mod">
        <pc:chgData name="rushikesh nayak" userId="335f63fe9b7688ce" providerId="LiveId" clId="{CBEC0FC1-7493-40C3-9D22-C412FCBEBCB3}" dt="2026-09-17T23:29:10.695" v="726" actId="1076"/>
        <pc:sldMkLst>
          <pc:docMk/>
          <pc:sldMk cId="4062017836" sldId="259"/>
        </pc:sldMkLst>
        <pc:spChg chg="add mod">
          <ac:chgData name="rushikesh nayak" userId="335f63fe9b7688ce" providerId="LiveId" clId="{CBEC0FC1-7493-40C3-9D22-C412FCBEBCB3}" dt="2026-09-17T23:13:46.155" v="525" actId="115"/>
          <ac:spMkLst>
            <pc:docMk/>
            <pc:sldMk cId="4062017836" sldId="259"/>
            <ac:spMk id="6" creationId="{3149BAAE-EFBA-E5E8-EE98-B704C1B57288}"/>
          </ac:spMkLst>
        </pc:spChg>
        <pc:spChg chg="add mod">
          <ac:chgData name="rushikesh nayak" userId="335f63fe9b7688ce" providerId="LiveId" clId="{CBEC0FC1-7493-40C3-9D22-C412FCBEBCB3}" dt="2026-09-17T23:21:28.264" v="672" actId="14100"/>
          <ac:spMkLst>
            <pc:docMk/>
            <pc:sldMk cId="4062017836" sldId="259"/>
            <ac:spMk id="8" creationId="{99467AA4-3FB2-4073-8AFF-694CFB5DFFAB}"/>
          </ac:spMkLst>
        </pc:spChg>
        <pc:spChg chg="add mod">
          <ac:chgData name="rushikesh nayak" userId="335f63fe9b7688ce" providerId="LiveId" clId="{CBEC0FC1-7493-40C3-9D22-C412FCBEBCB3}" dt="2026-09-17T23:15:59.205" v="554" actId="20577"/>
          <ac:spMkLst>
            <pc:docMk/>
            <pc:sldMk cId="4062017836" sldId="259"/>
            <ac:spMk id="9" creationId="{246D0ECD-194A-50F2-3B64-FDC6D150EFCD}"/>
          </ac:spMkLst>
        </pc:spChg>
        <pc:spChg chg="add mod">
          <ac:chgData name="rushikesh nayak" userId="335f63fe9b7688ce" providerId="LiveId" clId="{CBEC0FC1-7493-40C3-9D22-C412FCBEBCB3}" dt="2026-09-17T23:17:25.549" v="574" actId="20577"/>
          <ac:spMkLst>
            <pc:docMk/>
            <pc:sldMk cId="4062017836" sldId="259"/>
            <ac:spMk id="13" creationId="{B037A176-7754-C24A-6D33-A71DDC35B1B2}"/>
          </ac:spMkLst>
        </pc:spChg>
        <pc:spChg chg="add mod">
          <ac:chgData name="rushikesh nayak" userId="335f63fe9b7688ce" providerId="LiveId" clId="{CBEC0FC1-7493-40C3-9D22-C412FCBEBCB3}" dt="2026-09-17T23:17:20.793" v="572" actId="20577"/>
          <ac:spMkLst>
            <pc:docMk/>
            <pc:sldMk cId="4062017836" sldId="259"/>
            <ac:spMk id="15" creationId="{C5DD904B-EE56-29BF-EA5E-B853E658A5D3}"/>
          </ac:spMkLst>
        </pc:spChg>
        <pc:spChg chg="add mod">
          <ac:chgData name="rushikesh nayak" userId="335f63fe9b7688ce" providerId="LiveId" clId="{CBEC0FC1-7493-40C3-9D22-C412FCBEBCB3}" dt="2026-09-17T23:17:14.608" v="570" actId="20577"/>
          <ac:spMkLst>
            <pc:docMk/>
            <pc:sldMk cId="4062017836" sldId="259"/>
            <ac:spMk id="17" creationId="{8CB00A7D-AF31-F242-7CAB-D988DAD5479A}"/>
          </ac:spMkLst>
        </pc:spChg>
        <pc:spChg chg="add mod">
          <ac:chgData name="rushikesh nayak" userId="335f63fe9b7688ce" providerId="LiveId" clId="{CBEC0FC1-7493-40C3-9D22-C412FCBEBCB3}" dt="2026-09-17T23:17:05.343" v="566" actId="20577"/>
          <ac:spMkLst>
            <pc:docMk/>
            <pc:sldMk cId="4062017836" sldId="259"/>
            <ac:spMk id="19" creationId="{A7E7C736-65D7-9033-CB9E-FE2244099B76}"/>
          </ac:spMkLst>
        </pc:spChg>
        <pc:spChg chg="add mod">
          <ac:chgData name="rushikesh nayak" userId="335f63fe9b7688ce" providerId="LiveId" clId="{CBEC0FC1-7493-40C3-9D22-C412FCBEBCB3}" dt="2026-09-17T23:29:10.695" v="726" actId="1076"/>
          <ac:spMkLst>
            <pc:docMk/>
            <pc:sldMk cId="4062017836" sldId="259"/>
            <ac:spMk id="21" creationId="{16986583-90BB-C0DC-9A42-31464A66152E}"/>
          </ac:spMkLst>
        </pc:spChg>
        <pc:spChg chg="add mod">
          <ac:chgData name="rushikesh nayak" userId="335f63fe9b7688ce" providerId="LiveId" clId="{CBEC0FC1-7493-40C3-9D22-C412FCBEBCB3}" dt="2026-09-17T23:19:30.493" v="600" actId="1076"/>
          <ac:spMkLst>
            <pc:docMk/>
            <pc:sldMk cId="4062017836" sldId="259"/>
            <ac:spMk id="35" creationId="{8EAC0C08-334E-64E9-3F7F-FF1D7CE5DAB9}"/>
          </ac:spMkLst>
        </pc:spChg>
        <pc:spChg chg="add mod">
          <ac:chgData name="rushikesh nayak" userId="335f63fe9b7688ce" providerId="LiveId" clId="{CBEC0FC1-7493-40C3-9D22-C412FCBEBCB3}" dt="2026-09-17T23:29:05.608" v="725" actId="1076"/>
          <ac:spMkLst>
            <pc:docMk/>
            <pc:sldMk cId="4062017836" sldId="259"/>
            <ac:spMk id="36" creationId="{1A1549D3-3EA8-4669-6984-E346073E7DC8}"/>
          </ac:spMkLst>
        </pc:spChg>
        <pc:spChg chg="add mod">
          <ac:chgData name="rushikesh nayak" userId="335f63fe9b7688ce" providerId="LiveId" clId="{CBEC0FC1-7493-40C3-9D22-C412FCBEBCB3}" dt="2026-09-17T23:20:08.930" v="620" actId="113"/>
          <ac:spMkLst>
            <pc:docMk/>
            <pc:sldMk cId="4062017836" sldId="259"/>
            <ac:spMk id="38" creationId="{B7519FFD-DF22-866A-B468-5A371A486980}"/>
          </ac:spMkLst>
        </pc:spChg>
        <pc:spChg chg="add mod">
          <ac:chgData name="rushikesh nayak" userId="335f63fe9b7688ce" providerId="LiveId" clId="{CBEC0FC1-7493-40C3-9D22-C412FCBEBCB3}" dt="2026-09-17T23:20:26.287" v="641" actId="1076"/>
          <ac:spMkLst>
            <pc:docMk/>
            <pc:sldMk cId="4062017836" sldId="259"/>
            <ac:spMk id="40" creationId="{4C40034B-4289-F5CA-7D7F-78F156DEA9C5}"/>
          </ac:spMkLst>
        </pc:spChg>
        <pc:spChg chg="add mod">
          <ac:chgData name="rushikesh nayak" userId="335f63fe9b7688ce" providerId="LiveId" clId="{CBEC0FC1-7493-40C3-9D22-C412FCBEBCB3}" dt="2026-09-17T23:28:59.295" v="724" actId="688"/>
          <ac:spMkLst>
            <pc:docMk/>
            <pc:sldMk cId="4062017836" sldId="259"/>
            <ac:spMk id="43" creationId="{475B12D7-F73E-15B6-049A-642F6A771DC2}"/>
          </ac:spMkLst>
        </pc:spChg>
        <pc:cxnChg chg="add mod">
          <ac:chgData name="rushikesh nayak" userId="335f63fe9b7688ce" providerId="LiveId" clId="{CBEC0FC1-7493-40C3-9D22-C412FCBEBCB3}" dt="2026-09-17T23:18:40.136" v="586" actId="14100"/>
          <ac:cxnSpMkLst>
            <pc:docMk/>
            <pc:sldMk cId="4062017836" sldId="259"/>
            <ac:cxnSpMk id="23" creationId="{11BF7CD3-D798-216F-ADEB-EF9E91A316E0}"/>
          </ac:cxnSpMkLst>
        </pc:cxnChg>
        <pc:cxnChg chg="add mod">
          <ac:chgData name="rushikesh nayak" userId="335f63fe9b7688ce" providerId="LiveId" clId="{CBEC0FC1-7493-40C3-9D22-C412FCBEBCB3}" dt="2026-09-17T23:18:17.767" v="582" actId="14100"/>
          <ac:cxnSpMkLst>
            <pc:docMk/>
            <pc:sldMk cId="4062017836" sldId="259"/>
            <ac:cxnSpMk id="24" creationId="{0DF251F9-4266-D9D6-009A-0AE784252B08}"/>
          </ac:cxnSpMkLst>
        </pc:cxnChg>
        <pc:cxnChg chg="add mod">
          <ac:chgData name="rushikesh nayak" userId="335f63fe9b7688ce" providerId="LiveId" clId="{CBEC0FC1-7493-40C3-9D22-C412FCBEBCB3}" dt="2026-09-17T23:29:10.695" v="726" actId="1076"/>
          <ac:cxnSpMkLst>
            <pc:docMk/>
            <pc:sldMk cId="4062017836" sldId="259"/>
            <ac:cxnSpMk id="25" creationId="{663F08CB-CA9D-92F9-F460-FFE24D32A3B3}"/>
          </ac:cxnSpMkLst>
        </pc:cxnChg>
        <pc:cxnChg chg="add mod">
          <ac:chgData name="rushikesh nayak" userId="335f63fe9b7688ce" providerId="LiveId" clId="{CBEC0FC1-7493-40C3-9D22-C412FCBEBCB3}" dt="2026-09-17T23:19:01.122" v="592" actId="14100"/>
          <ac:cxnSpMkLst>
            <pc:docMk/>
            <pc:sldMk cId="4062017836" sldId="259"/>
            <ac:cxnSpMk id="31" creationId="{C96C5B12-C045-83D7-018C-90D584370801}"/>
          </ac:cxnSpMkLst>
        </pc:cxnChg>
        <pc:cxnChg chg="add mod">
          <ac:chgData name="rushikesh nayak" userId="335f63fe9b7688ce" providerId="LiveId" clId="{CBEC0FC1-7493-40C3-9D22-C412FCBEBCB3}" dt="2026-09-17T23:18:52.642" v="590" actId="14100"/>
          <ac:cxnSpMkLst>
            <pc:docMk/>
            <pc:sldMk cId="4062017836" sldId="259"/>
            <ac:cxnSpMk id="32" creationId="{D8B39341-AF74-2EB0-B416-AEE8EAE12CF8}"/>
          </ac:cxnSpMkLst>
        </pc:cxnChg>
      </pc:sldChg>
      <pc:sldChg chg="delSp modSp new mod">
        <pc:chgData name="rushikesh nayak" userId="335f63fe9b7688ce" providerId="LiveId" clId="{CBEC0FC1-7493-40C3-9D22-C412FCBEBCB3}" dt="2026-09-17T23:24:31.050" v="709" actId="14100"/>
        <pc:sldMkLst>
          <pc:docMk/>
          <pc:sldMk cId="3541643720" sldId="260"/>
        </pc:sldMkLst>
        <pc:spChg chg="mod">
          <ac:chgData name="rushikesh nayak" userId="335f63fe9b7688ce" providerId="LiveId" clId="{CBEC0FC1-7493-40C3-9D22-C412FCBEBCB3}" dt="2026-09-17T23:24:31.050" v="709" actId="14100"/>
          <ac:spMkLst>
            <pc:docMk/>
            <pc:sldMk cId="3541643720" sldId="260"/>
            <ac:spMk id="3" creationId="{D72EAA8D-A10A-874B-8218-F0D793B4D66B}"/>
          </ac:spMkLst>
        </pc:spChg>
      </pc:sldChg>
      <pc:sldChg chg="addSp delSp modSp new mod">
        <pc:chgData name="rushikesh nayak" userId="335f63fe9b7688ce" providerId="LiveId" clId="{CBEC0FC1-7493-40C3-9D22-C412FCBEBCB3}" dt="2026-09-17T23:41:45.476" v="967" actId="207"/>
        <pc:sldMkLst>
          <pc:docMk/>
          <pc:sldMk cId="919195612" sldId="261"/>
        </pc:sldMkLst>
        <pc:spChg chg="add mod">
          <ac:chgData name="rushikesh nayak" userId="335f63fe9b7688ce" providerId="LiveId" clId="{CBEC0FC1-7493-40C3-9D22-C412FCBEBCB3}" dt="2026-09-17T23:41:45.476" v="967" actId="207"/>
          <ac:spMkLst>
            <pc:docMk/>
            <pc:sldMk cId="919195612" sldId="261"/>
            <ac:spMk id="4" creationId="{0FECD35D-7A3E-2063-A977-EF580CD01511}"/>
          </ac:spMkLst>
        </pc:spChg>
        <pc:spChg chg="add mod">
          <ac:chgData name="rushikesh nayak" userId="335f63fe9b7688ce" providerId="LiveId" clId="{CBEC0FC1-7493-40C3-9D22-C412FCBEBCB3}" dt="2026-09-17T23:32:58.502" v="777" actId="20577"/>
          <ac:spMkLst>
            <pc:docMk/>
            <pc:sldMk cId="919195612" sldId="261"/>
            <ac:spMk id="6" creationId="{F8F9C71D-CA53-29F1-5B5E-B4B160970828}"/>
          </ac:spMkLst>
        </pc:spChg>
        <pc:spChg chg="add mod">
          <ac:chgData name="rushikesh nayak" userId="335f63fe9b7688ce" providerId="LiveId" clId="{CBEC0FC1-7493-40C3-9D22-C412FCBEBCB3}" dt="2026-09-17T23:33:05.841" v="781" actId="20577"/>
          <ac:spMkLst>
            <pc:docMk/>
            <pc:sldMk cId="919195612" sldId="261"/>
            <ac:spMk id="8" creationId="{F495FF28-5387-C6D0-C3B7-8FCA8DF1DC2F}"/>
          </ac:spMkLst>
        </pc:spChg>
        <pc:spChg chg="add mod">
          <ac:chgData name="rushikesh nayak" userId="335f63fe9b7688ce" providerId="LiveId" clId="{CBEC0FC1-7493-40C3-9D22-C412FCBEBCB3}" dt="2026-09-17T23:33:14.967" v="785" actId="20577"/>
          <ac:spMkLst>
            <pc:docMk/>
            <pc:sldMk cId="919195612" sldId="261"/>
            <ac:spMk id="10" creationId="{FF1E9D0E-93BA-04AA-3D02-506F9B9454CC}"/>
          </ac:spMkLst>
        </pc:spChg>
        <pc:spChg chg="add mod">
          <ac:chgData name="rushikesh nayak" userId="335f63fe9b7688ce" providerId="LiveId" clId="{CBEC0FC1-7493-40C3-9D22-C412FCBEBCB3}" dt="2026-09-17T23:33:45.612" v="797" actId="20577"/>
          <ac:spMkLst>
            <pc:docMk/>
            <pc:sldMk cId="919195612" sldId="261"/>
            <ac:spMk id="14" creationId="{4C14A20C-6324-9847-C6A3-89955CF36963}"/>
          </ac:spMkLst>
        </pc:spChg>
        <pc:spChg chg="add mod">
          <ac:chgData name="rushikesh nayak" userId="335f63fe9b7688ce" providerId="LiveId" clId="{CBEC0FC1-7493-40C3-9D22-C412FCBEBCB3}" dt="2026-09-17T23:33:19.903" v="787" actId="20577"/>
          <ac:spMkLst>
            <pc:docMk/>
            <pc:sldMk cId="919195612" sldId="261"/>
            <ac:spMk id="16" creationId="{DCAE0386-D972-2308-2602-A934E97951DD}"/>
          </ac:spMkLst>
        </pc:spChg>
        <pc:spChg chg="add mod">
          <ac:chgData name="rushikesh nayak" userId="335f63fe9b7688ce" providerId="LiveId" clId="{CBEC0FC1-7493-40C3-9D22-C412FCBEBCB3}" dt="2026-09-17T23:33:02.754" v="779" actId="20577"/>
          <ac:spMkLst>
            <pc:docMk/>
            <pc:sldMk cId="919195612" sldId="261"/>
            <ac:spMk id="18" creationId="{C33C59A0-4B76-7128-FCA9-FD6D47D4B5ED}"/>
          </ac:spMkLst>
        </pc:spChg>
        <pc:spChg chg="add mod">
          <ac:chgData name="rushikesh nayak" userId="335f63fe9b7688ce" providerId="LiveId" clId="{CBEC0FC1-7493-40C3-9D22-C412FCBEBCB3}" dt="2026-09-17T23:33:29.886" v="791" actId="20577"/>
          <ac:spMkLst>
            <pc:docMk/>
            <pc:sldMk cId="919195612" sldId="261"/>
            <ac:spMk id="20" creationId="{EF3237EC-38C6-D64C-6217-81A334F94A9D}"/>
          </ac:spMkLst>
        </pc:spChg>
        <pc:spChg chg="add mod">
          <ac:chgData name="rushikesh nayak" userId="335f63fe9b7688ce" providerId="LiveId" clId="{CBEC0FC1-7493-40C3-9D22-C412FCBEBCB3}" dt="2026-09-17T23:33:48.793" v="799" actId="20577"/>
          <ac:spMkLst>
            <pc:docMk/>
            <pc:sldMk cId="919195612" sldId="261"/>
            <ac:spMk id="22" creationId="{A1F55DCE-52AD-4FA3-D835-2A83935F7FE2}"/>
          </ac:spMkLst>
        </pc:spChg>
        <pc:spChg chg="add mod">
          <ac:chgData name="rushikesh nayak" userId="335f63fe9b7688ce" providerId="LiveId" clId="{CBEC0FC1-7493-40C3-9D22-C412FCBEBCB3}" dt="2026-09-17T23:33:37.720" v="793" actId="20577"/>
          <ac:spMkLst>
            <pc:docMk/>
            <pc:sldMk cId="919195612" sldId="261"/>
            <ac:spMk id="24" creationId="{2D123D09-ABC5-9899-4562-C19FF9B20A92}"/>
          </ac:spMkLst>
        </pc:spChg>
        <pc:spChg chg="add mod">
          <ac:chgData name="rushikesh nayak" userId="335f63fe9b7688ce" providerId="LiveId" clId="{CBEC0FC1-7493-40C3-9D22-C412FCBEBCB3}" dt="2026-09-17T23:33:25.758" v="789" actId="20577"/>
          <ac:spMkLst>
            <pc:docMk/>
            <pc:sldMk cId="919195612" sldId="261"/>
            <ac:spMk id="26" creationId="{E87F45AC-9FB4-0E5D-A526-9324E0E6BFED}"/>
          </ac:spMkLst>
        </pc:spChg>
        <pc:spChg chg="add mod">
          <ac:chgData name="rushikesh nayak" userId="335f63fe9b7688ce" providerId="LiveId" clId="{CBEC0FC1-7493-40C3-9D22-C412FCBEBCB3}" dt="2026-09-17T23:33:40.842" v="795" actId="20577"/>
          <ac:spMkLst>
            <pc:docMk/>
            <pc:sldMk cId="919195612" sldId="261"/>
            <ac:spMk id="28" creationId="{632BA289-4C27-770C-B72B-5DC36DBCE7BB}"/>
          </ac:spMkLst>
        </pc:spChg>
        <pc:spChg chg="add mod">
          <ac:chgData name="rushikesh nayak" userId="335f63fe9b7688ce" providerId="LiveId" clId="{CBEC0FC1-7493-40C3-9D22-C412FCBEBCB3}" dt="2026-09-17T23:33:11.788" v="783" actId="20577"/>
          <ac:spMkLst>
            <pc:docMk/>
            <pc:sldMk cId="919195612" sldId="261"/>
            <ac:spMk id="30" creationId="{38AAC820-0B25-9E66-98DF-E3F443CB5426}"/>
          </ac:spMkLst>
        </pc:spChg>
        <pc:spChg chg="add del mod">
          <ac:chgData name="rushikesh nayak" userId="335f63fe9b7688ce" providerId="LiveId" clId="{CBEC0FC1-7493-40C3-9D22-C412FCBEBCB3}" dt="2026-09-17T23:38:28.197" v="846" actId="47"/>
          <ac:spMkLst>
            <pc:docMk/>
            <pc:sldMk cId="919195612" sldId="261"/>
            <ac:spMk id="61" creationId="{07001BFE-FE21-D937-8664-BD669B2D1650}"/>
          </ac:spMkLst>
        </pc:spChg>
        <pc:spChg chg="add">
          <ac:chgData name="rushikesh nayak" userId="335f63fe9b7688ce" providerId="LiveId" clId="{CBEC0FC1-7493-40C3-9D22-C412FCBEBCB3}" dt="2026-09-17T23:38:32.462" v="847" actId="22"/>
          <ac:spMkLst>
            <pc:docMk/>
            <pc:sldMk cId="919195612" sldId="261"/>
            <ac:spMk id="64" creationId="{B1F6B381-55AA-3D3B-ABF9-BF9413761973}"/>
          </ac:spMkLst>
        </pc:spChg>
        <pc:spChg chg="add mod">
          <ac:chgData name="rushikesh nayak" userId="335f63fe9b7688ce" providerId="LiveId" clId="{CBEC0FC1-7493-40C3-9D22-C412FCBEBCB3}" dt="2026-09-17T23:38:43.699" v="854" actId="1076"/>
          <ac:spMkLst>
            <pc:docMk/>
            <pc:sldMk cId="919195612" sldId="261"/>
            <ac:spMk id="66" creationId="{E42F7CCC-A6FD-2BBA-682B-26C084CC33B7}"/>
          </ac:spMkLst>
        </pc:spChg>
        <pc:spChg chg="add mod">
          <ac:chgData name="rushikesh nayak" userId="335f63fe9b7688ce" providerId="LiveId" clId="{CBEC0FC1-7493-40C3-9D22-C412FCBEBCB3}" dt="2026-09-17T23:39:02.086" v="867" actId="1076"/>
          <ac:spMkLst>
            <pc:docMk/>
            <pc:sldMk cId="919195612" sldId="261"/>
            <ac:spMk id="67" creationId="{C6EF2F70-0BB8-A9E6-30C6-2AD3F7BCD5AA}"/>
          </ac:spMkLst>
        </pc:spChg>
        <pc:spChg chg="add mod">
          <ac:chgData name="rushikesh nayak" userId="335f63fe9b7688ce" providerId="LiveId" clId="{CBEC0FC1-7493-40C3-9D22-C412FCBEBCB3}" dt="2026-09-17T23:39:23.076" v="883" actId="1076"/>
          <ac:spMkLst>
            <pc:docMk/>
            <pc:sldMk cId="919195612" sldId="261"/>
            <ac:spMk id="68" creationId="{8C1002F2-8910-1A9E-EA01-1182FAE3CBE5}"/>
          </ac:spMkLst>
        </pc:spChg>
        <pc:spChg chg="add mod">
          <ac:chgData name="rushikesh nayak" userId="335f63fe9b7688ce" providerId="LiveId" clId="{CBEC0FC1-7493-40C3-9D22-C412FCBEBCB3}" dt="2026-09-17T23:40:18.781" v="908" actId="1076"/>
          <ac:spMkLst>
            <pc:docMk/>
            <pc:sldMk cId="919195612" sldId="261"/>
            <ac:spMk id="69" creationId="{BFAF005F-9CFF-AD1C-0E5D-9E3C2506D78B}"/>
          </ac:spMkLst>
        </pc:spChg>
        <pc:spChg chg="add mod">
          <ac:chgData name="rushikesh nayak" userId="335f63fe9b7688ce" providerId="LiveId" clId="{CBEC0FC1-7493-40C3-9D22-C412FCBEBCB3}" dt="2026-09-17T23:40:44.475" v="929" actId="1076"/>
          <ac:spMkLst>
            <pc:docMk/>
            <pc:sldMk cId="919195612" sldId="261"/>
            <ac:spMk id="70" creationId="{AEABBB1E-52D5-69A8-9706-7821EE32E91B}"/>
          </ac:spMkLst>
        </pc:spChg>
        <pc:spChg chg="add mod">
          <ac:chgData name="rushikesh nayak" userId="335f63fe9b7688ce" providerId="LiveId" clId="{CBEC0FC1-7493-40C3-9D22-C412FCBEBCB3}" dt="2026-09-17T23:41:33.711" v="966" actId="1076"/>
          <ac:spMkLst>
            <pc:docMk/>
            <pc:sldMk cId="919195612" sldId="261"/>
            <ac:spMk id="73" creationId="{C4574E31-7A37-4932-FEF5-D99E4652DE70}"/>
          </ac:spMkLst>
        </pc:spChg>
        <pc:cxnChg chg="add mod">
          <ac:chgData name="rushikesh nayak" userId="335f63fe9b7688ce" providerId="LiveId" clId="{CBEC0FC1-7493-40C3-9D22-C412FCBEBCB3}" dt="2026-09-17T23:36:07.954" v="841" actId="14100"/>
          <ac:cxnSpMkLst>
            <pc:docMk/>
            <pc:sldMk cId="919195612" sldId="261"/>
            <ac:cxnSpMk id="32" creationId="{E7B3C089-391A-8538-A15E-2CA2A8EFBF62}"/>
          </ac:cxnSpMkLst>
        </pc:cxnChg>
        <pc:cxnChg chg="add mod">
          <ac:chgData name="rushikesh nayak" userId="335f63fe9b7688ce" providerId="LiveId" clId="{CBEC0FC1-7493-40C3-9D22-C412FCBEBCB3}" dt="2026-09-17T23:34:54.810" v="818" actId="14100"/>
          <ac:cxnSpMkLst>
            <pc:docMk/>
            <pc:sldMk cId="919195612" sldId="261"/>
            <ac:cxnSpMk id="33" creationId="{747D5353-2ED4-61CE-8551-A168D48CE033}"/>
          </ac:cxnSpMkLst>
        </pc:cxnChg>
        <pc:cxnChg chg="add mod">
          <ac:chgData name="rushikesh nayak" userId="335f63fe9b7688ce" providerId="LiveId" clId="{CBEC0FC1-7493-40C3-9D22-C412FCBEBCB3}" dt="2026-09-17T23:34:42.454" v="815" actId="14100"/>
          <ac:cxnSpMkLst>
            <pc:docMk/>
            <pc:sldMk cId="919195612" sldId="261"/>
            <ac:cxnSpMk id="34" creationId="{D65D32A1-8FA7-49C6-8D68-C32C7615548C}"/>
          </ac:cxnSpMkLst>
        </pc:cxnChg>
        <pc:cxnChg chg="add mod">
          <ac:chgData name="rushikesh nayak" userId="335f63fe9b7688ce" providerId="LiveId" clId="{CBEC0FC1-7493-40C3-9D22-C412FCBEBCB3}" dt="2026-09-17T23:34:27.976" v="812" actId="14100"/>
          <ac:cxnSpMkLst>
            <pc:docMk/>
            <pc:sldMk cId="919195612" sldId="261"/>
            <ac:cxnSpMk id="35" creationId="{21776E2D-4673-9C7C-D211-EBB4217C2B41}"/>
          </ac:cxnSpMkLst>
        </pc:cxnChg>
        <pc:cxnChg chg="add mod">
          <ac:chgData name="rushikesh nayak" userId="335f63fe9b7688ce" providerId="LiveId" clId="{CBEC0FC1-7493-40C3-9D22-C412FCBEBCB3}" dt="2026-09-17T23:34:16.887" v="810" actId="14100"/>
          <ac:cxnSpMkLst>
            <pc:docMk/>
            <pc:sldMk cId="919195612" sldId="261"/>
            <ac:cxnSpMk id="36" creationId="{D2D96393-1E0D-29C0-C9B9-7287FC50884B}"/>
          </ac:cxnSpMkLst>
        </pc:cxnChg>
        <pc:cxnChg chg="add mod">
          <ac:chgData name="rushikesh nayak" userId="335f63fe9b7688ce" providerId="LiveId" clId="{CBEC0FC1-7493-40C3-9D22-C412FCBEBCB3}" dt="2026-09-17T23:34:06.948" v="807" actId="14100"/>
          <ac:cxnSpMkLst>
            <pc:docMk/>
            <pc:sldMk cId="919195612" sldId="261"/>
            <ac:cxnSpMk id="37" creationId="{312497B9-BD1F-A6C1-7CD4-C46FF6BF9C1A}"/>
          </ac:cxnSpMkLst>
        </pc:cxnChg>
        <pc:cxnChg chg="add mod">
          <ac:chgData name="rushikesh nayak" userId="335f63fe9b7688ce" providerId="LiveId" clId="{CBEC0FC1-7493-40C3-9D22-C412FCBEBCB3}" dt="2026-09-17T23:35:29.370" v="829" actId="14100"/>
          <ac:cxnSpMkLst>
            <pc:docMk/>
            <pc:sldMk cId="919195612" sldId="261"/>
            <ac:cxnSpMk id="46" creationId="{36E6E965-A94B-EB71-A90B-08697FEA119E}"/>
          </ac:cxnSpMkLst>
        </pc:cxnChg>
        <pc:cxnChg chg="add mod">
          <ac:chgData name="rushikesh nayak" userId="335f63fe9b7688ce" providerId="LiveId" clId="{CBEC0FC1-7493-40C3-9D22-C412FCBEBCB3}" dt="2026-09-17T23:35:21.217" v="827" actId="14100"/>
          <ac:cxnSpMkLst>
            <pc:docMk/>
            <pc:sldMk cId="919195612" sldId="261"/>
            <ac:cxnSpMk id="47" creationId="{C5ADC458-0895-D5A8-CD68-AC3B77844C1E}"/>
          </ac:cxnSpMkLst>
        </pc:cxnChg>
        <pc:cxnChg chg="add mod">
          <ac:chgData name="rushikesh nayak" userId="335f63fe9b7688ce" providerId="LiveId" clId="{CBEC0FC1-7493-40C3-9D22-C412FCBEBCB3}" dt="2026-09-17T23:35:07.265" v="824" actId="14100"/>
          <ac:cxnSpMkLst>
            <pc:docMk/>
            <pc:sldMk cId="919195612" sldId="261"/>
            <ac:cxnSpMk id="48" creationId="{843474F1-F3E6-D389-AC81-63CEC26E7B8F}"/>
          </ac:cxnSpMkLst>
        </pc:cxnChg>
        <pc:cxnChg chg="add mod">
          <ac:chgData name="rushikesh nayak" userId="335f63fe9b7688ce" providerId="LiveId" clId="{CBEC0FC1-7493-40C3-9D22-C412FCBEBCB3}" dt="2026-09-17T23:35:51.635" v="835" actId="14100"/>
          <ac:cxnSpMkLst>
            <pc:docMk/>
            <pc:sldMk cId="919195612" sldId="261"/>
            <ac:cxnSpMk id="53" creationId="{22FD6960-7944-D0BA-9C20-28399C9BCAD3}"/>
          </ac:cxnSpMkLst>
        </pc:cxnChg>
        <pc:cxnChg chg="add mod">
          <ac:chgData name="rushikesh nayak" userId="335f63fe9b7688ce" providerId="LiveId" clId="{CBEC0FC1-7493-40C3-9D22-C412FCBEBCB3}" dt="2026-09-17T23:35:44.814" v="833" actId="14100"/>
          <ac:cxnSpMkLst>
            <pc:docMk/>
            <pc:sldMk cId="919195612" sldId="261"/>
            <ac:cxnSpMk id="54" creationId="{A767A5B1-03ED-36F6-DE6E-D8DEEA86408E}"/>
          </ac:cxnSpMkLst>
        </pc:cxnChg>
        <pc:cxnChg chg="add mod">
          <ac:chgData name="rushikesh nayak" userId="335f63fe9b7688ce" providerId="LiveId" clId="{CBEC0FC1-7493-40C3-9D22-C412FCBEBCB3}" dt="2026-09-17T23:36:02.009" v="839" actId="14100"/>
          <ac:cxnSpMkLst>
            <pc:docMk/>
            <pc:sldMk cId="919195612" sldId="261"/>
            <ac:cxnSpMk id="57" creationId="{358D3529-D0F4-FA76-0C21-8222B23B3702}"/>
          </ac:cxnSpMkLst>
        </pc:cxnChg>
      </pc:sldChg>
      <pc:sldChg chg="delSp modSp new mod">
        <pc:chgData name="rushikesh nayak" userId="335f63fe9b7688ce" providerId="LiveId" clId="{CBEC0FC1-7493-40C3-9D22-C412FCBEBCB3}" dt="2026-09-17T23:42:24.178" v="975" actId="27636"/>
        <pc:sldMkLst>
          <pc:docMk/>
          <pc:sldMk cId="1561552497" sldId="262"/>
        </pc:sldMkLst>
        <pc:spChg chg="mod">
          <ac:chgData name="rushikesh nayak" userId="335f63fe9b7688ce" providerId="LiveId" clId="{CBEC0FC1-7493-40C3-9D22-C412FCBEBCB3}" dt="2026-09-17T23:42:24.178" v="975" actId="27636"/>
          <ac:spMkLst>
            <pc:docMk/>
            <pc:sldMk cId="1561552497" sldId="262"/>
            <ac:spMk id="3" creationId="{436FB968-5766-57A1-910D-5DD1550A104F}"/>
          </ac:spMkLst>
        </pc:spChg>
      </pc:sldChg>
      <pc:sldChg chg="addSp delSp modSp new mod">
        <pc:chgData name="rushikesh nayak" userId="335f63fe9b7688ce" providerId="LiveId" clId="{CBEC0FC1-7493-40C3-9D22-C412FCBEBCB3}" dt="2026-09-18T02:45:41.972" v="1290" actId="20577"/>
        <pc:sldMkLst>
          <pc:docMk/>
          <pc:sldMk cId="3427068242" sldId="263"/>
        </pc:sldMkLst>
        <pc:spChg chg="mod">
          <ac:chgData name="rushikesh nayak" userId="335f63fe9b7688ce" providerId="LiveId" clId="{CBEC0FC1-7493-40C3-9D22-C412FCBEBCB3}" dt="2026-09-18T02:37:06.111" v="997" actId="1036"/>
          <ac:spMkLst>
            <pc:docMk/>
            <pc:sldMk cId="3427068242" sldId="263"/>
            <ac:spMk id="2" creationId="{CCAA1BBF-5B76-34E4-9CF0-183820320D8B}"/>
          </ac:spMkLst>
        </pc:spChg>
        <pc:spChg chg="add del mod">
          <ac:chgData name="rushikesh nayak" userId="335f63fe9b7688ce" providerId="LiveId" clId="{CBEC0FC1-7493-40C3-9D22-C412FCBEBCB3}" dt="2026-09-18T02:37:19.987" v="1001" actId="14100"/>
          <ac:spMkLst>
            <pc:docMk/>
            <pc:sldMk cId="3427068242" sldId="263"/>
            <ac:spMk id="3" creationId="{A20FF674-2C9A-427F-265C-E0A07F4F9383}"/>
          </ac:spMkLst>
        </pc:spChg>
        <pc:spChg chg="add mod">
          <ac:chgData name="rushikesh nayak" userId="335f63fe9b7688ce" providerId="LiveId" clId="{CBEC0FC1-7493-40C3-9D22-C412FCBEBCB3}" dt="2026-09-18T02:39:18.341" v="1036" actId="20577"/>
          <ac:spMkLst>
            <pc:docMk/>
            <pc:sldMk cId="3427068242" sldId="263"/>
            <ac:spMk id="6" creationId="{4051A100-8815-497C-B531-9E734A657277}"/>
          </ac:spMkLst>
        </pc:spChg>
        <pc:spChg chg="add mod">
          <ac:chgData name="rushikesh nayak" userId="335f63fe9b7688ce" providerId="LiveId" clId="{CBEC0FC1-7493-40C3-9D22-C412FCBEBCB3}" dt="2026-09-18T02:41:46.991" v="1132" actId="1037"/>
          <ac:spMkLst>
            <pc:docMk/>
            <pc:sldMk cId="3427068242" sldId="263"/>
            <ac:spMk id="8" creationId="{B67DA483-640F-1BFA-2BF6-AD000B199A7F}"/>
          </ac:spMkLst>
        </pc:spChg>
        <pc:spChg chg="add mod">
          <ac:chgData name="rushikesh nayak" userId="335f63fe9b7688ce" providerId="LiveId" clId="{CBEC0FC1-7493-40C3-9D22-C412FCBEBCB3}" dt="2026-09-18T02:39:49.111" v="1040" actId="20577"/>
          <ac:spMkLst>
            <pc:docMk/>
            <pc:sldMk cId="3427068242" sldId="263"/>
            <ac:spMk id="10" creationId="{48277741-FC48-32F8-E8AC-9A0FC7AD2999}"/>
          </ac:spMkLst>
        </pc:spChg>
        <pc:spChg chg="add mod">
          <ac:chgData name="rushikesh nayak" userId="335f63fe9b7688ce" providerId="LiveId" clId="{CBEC0FC1-7493-40C3-9D22-C412FCBEBCB3}" dt="2026-09-18T02:40:02.454" v="1046" actId="20577"/>
          <ac:spMkLst>
            <pc:docMk/>
            <pc:sldMk cId="3427068242" sldId="263"/>
            <ac:spMk id="12" creationId="{BE419E5D-258D-7005-CCEB-E20F215DCE14}"/>
          </ac:spMkLst>
        </pc:spChg>
        <pc:spChg chg="add mod">
          <ac:chgData name="rushikesh nayak" userId="335f63fe9b7688ce" providerId="LiveId" clId="{CBEC0FC1-7493-40C3-9D22-C412FCBEBCB3}" dt="2026-09-18T02:41:41.980" v="1108" actId="1037"/>
          <ac:spMkLst>
            <pc:docMk/>
            <pc:sldMk cId="3427068242" sldId="263"/>
            <ac:spMk id="14" creationId="{0137339E-1D28-2A5D-FDCF-7FD08B3A6FF5}"/>
          </ac:spMkLst>
        </pc:spChg>
        <pc:spChg chg="add mod">
          <ac:chgData name="rushikesh nayak" userId="335f63fe9b7688ce" providerId="LiveId" clId="{CBEC0FC1-7493-40C3-9D22-C412FCBEBCB3}" dt="2026-09-18T02:39:59.652" v="1044" actId="20577"/>
          <ac:spMkLst>
            <pc:docMk/>
            <pc:sldMk cId="3427068242" sldId="263"/>
            <ac:spMk id="16" creationId="{F9FA9658-2129-19C0-B16A-32E4BFAB6237}"/>
          </ac:spMkLst>
        </pc:spChg>
        <pc:spChg chg="add mod">
          <ac:chgData name="rushikesh nayak" userId="335f63fe9b7688ce" providerId="LiveId" clId="{CBEC0FC1-7493-40C3-9D22-C412FCBEBCB3}" dt="2026-09-18T02:40:06.686" v="1048" actId="20577"/>
          <ac:spMkLst>
            <pc:docMk/>
            <pc:sldMk cId="3427068242" sldId="263"/>
            <ac:spMk id="18" creationId="{FDBD8622-6E4D-D193-E704-24DB5CD85535}"/>
          </ac:spMkLst>
        </pc:spChg>
        <pc:spChg chg="add mod">
          <ac:chgData name="rushikesh nayak" userId="335f63fe9b7688ce" providerId="LiveId" clId="{CBEC0FC1-7493-40C3-9D22-C412FCBEBCB3}" dt="2026-09-18T02:42:24.144" v="1145" actId="113"/>
          <ac:spMkLst>
            <pc:docMk/>
            <pc:sldMk cId="3427068242" sldId="263"/>
            <ac:spMk id="35" creationId="{E0C87045-2AA1-A0E0-720A-C035D374C47E}"/>
          </ac:spMkLst>
        </pc:spChg>
        <pc:spChg chg="add mod">
          <ac:chgData name="rushikesh nayak" userId="335f63fe9b7688ce" providerId="LiveId" clId="{CBEC0FC1-7493-40C3-9D22-C412FCBEBCB3}" dt="2026-09-18T02:42:54.376" v="1159" actId="1076"/>
          <ac:spMkLst>
            <pc:docMk/>
            <pc:sldMk cId="3427068242" sldId="263"/>
            <ac:spMk id="36" creationId="{775CBC60-659A-1016-2763-74C13299BA5A}"/>
          </ac:spMkLst>
        </pc:spChg>
        <pc:spChg chg="add mod">
          <ac:chgData name="rushikesh nayak" userId="335f63fe9b7688ce" providerId="LiveId" clId="{CBEC0FC1-7493-40C3-9D22-C412FCBEBCB3}" dt="2026-09-18T02:43:17.140" v="1174" actId="1076"/>
          <ac:spMkLst>
            <pc:docMk/>
            <pc:sldMk cId="3427068242" sldId="263"/>
            <ac:spMk id="37" creationId="{AAD03B53-1627-8AD2-D0EF-82BDD7BC8DBA}"/>
          </ac:spMkLst>
        </pc:spChg>
        <pc:spChg chg="add mod">
          <ac:chgData name="rushikesh nayak" userId="335f63fe9b7688ce" providerId="LiveId" clId="{CBEC0FC1-7493-40C3-9D22-C412FCBEBCB3}" dt="2026-09-18T02:43:40.002" v="1181" actId="1076"/>
          <ac:spMkLst>
            <pc:docMk/>
            <pc:sldMk cId="3427068242" sldId="263"/>
            <ac:spMk id="38" creationId="{A9D19E86-9895-0C36-A021-286D6F79B041}"/>
          </ac:spMkLst>
        </pc:spChg>
        <pc:spChg chg="add mod">
          <ac:chgData name="rushikesh nayak" userId="335f63fe9b7688ce" providerId="LiveId" clId="{CBEC0FC1-7493-40C3-9D22-C412FCBEBCB3}" dt="2026-09-18T02:44:01.482" v="1187" actId="1076"/>
          <ac:spMkLst>
            <pc:docMk/>
            <pc:sldMk cId="3427068242" sldId="263"/>
            <ac:spMk id="40" creationId="{C3F25570-8737-BB14-331D-9A2719D162D1}"/>
          </ac:spMkLst>
        </pc:spChg>
        <pc:spChg chg="add mod">
          <ac:chgData name="rushikesh nayak" userId="335f63fe9b7688ce" providerId="LiveId" clId="{CBEC0FC1-7493-40C3-9D22-C412FCBEBCB3}" dt="2026-09-18T02:43:54.645" v="1186" actId="1076"/>
          <ac:spMkLst>
            <pc:docMk/>
            <pc:sldMk cId="3427068242" sldId="263"/>
            <ac:spMk id="42" creationId="{474DE02F-6C6A-D486-1CB8-29B03F74EA8C}"/>
          </ac:spMkLst>
        </pc:spChg>
        <pc:spChg chg="add mod">
          <ac:chgData name="rushikesh nayak" userId="335f63fe9b7688ce" providerId="LiveId" clId="{CBEC0FC1-7493-40C3-9D22-C412FCBEBCB3}" dt="2026-09-18T02:43:49.854" v="1185" actId="1076"/>
          <ac:spMkLst>
            <pc:docMk/>
            <pc:sldMk cId="3427068242" sldId="263"/>
            <ac:spMk id="44" creationId="{762D15A9-5BEE-E630-FBD3-D12A780AB58D}"/>
          </ac:spMkLst>
        </pc:spChg>
        <pc:spChg chg="add mod">
          <ac:chgData name="rushikesh nayak" userId="335f63fe9b7688ce" providerId="LiveId" clId="{CBEC0FC1-7493-40C3-9D22-C412FCBEBCB3}" dt="2026-09-18T02:45:06.505" v="1233" actId="1076"/>
          <ac:spMkLst>
            <pc:docMk/>
            <pc:sldMk cId="3427068242" sldId="263"/>
            <ac:spMk id="45" creationId="{03E9F4E8-4957-14E6-A9F5-DAD45ACBAAE3}"/>
          </ac:spMkLst>
        </pc:spChg>
        <pc:spChg chg="add mod">
          <ac:chgData name="rushikesh nayak" userId="335f63fe9b7688ce" providerId="LiveId" clId="{CBEC0FC1-7493-40C3-9D22-C412FCBEBCB3}" dt="2026-09-18T02:45:41.972" v="1290" actId="20577"/>
          <ac:spMkLst>
            <pc:docMk/>
            <pc:sldMk cId="3427068242" sldId="263"/>
            <ac:spMk id="47" creationId="{D8983A97-FBB6-1ED3-6DED-8091BFD8F263}"/>
          </ac:spMkLst>
        </pc:spChg>
        <pc:cxnChg chg="add mod">
          <ac:chgData name="rushikesh nayak" userId="335f63fe9b7688ce" providerId="LiveId" clId="{CBEC0FC1-7493-40C3-9D22-C412FCBEBCB3}" dt="2026-09-18T02:41:08.736" v="1065" actId="14100"/>
          <ac:cxnSpMkLst>
            <pc:docMk/>
            <pc:sldMk cId="3427068242" sldId="263"/>
            <ac:cxnSpMk id="20" creationId="{2B18F674-2434-3283-8D62-FF6A7F23126E}"/>
          </ac:cxnSpMkLst>
        </pc:cxnChg>
        <pc:cxnChg chg="add mod">
          <ac:chgData name="rushikesh nayak" userId="335f63fe9b7688ce" providerId="LiveId" clId="{CBEC0FC1-7493-40C3-9D22-C412FCBEBCB3}" dt="2026-09-18T02:40:59.554" v="1063" actId="14100"/>
          <ac:cxnSpMkLst>
            <pc:docMk/>
            <pc:sldMk cId="3427068242" sldId="263"/>
            <ac:cxnSpMk id="21" creationId="{ACE9E438-6955-5A88-0C18-652022881144}"/>
          </ac:cxnSpMkLst>
        </pc:cxnChg>
        <pc:cxnChg chg="add mod">
          <ac:chgData name="rushikesh nayak" userId="335f63fe9b7688ce" providerId="LiveId" clId="{CBEC0FC1-7493-40C3-9D22-C412FCBEBCB3}" dt="2026-09-18T02:41:51.364" v="1133" actId="14100"/>
          <ac:cxnSpMkLst>
            <pc:docMk/>
            <pc:sldMk cId="3427068242" sldId="263"/>
            <ac:cxnSpMk id="22" creationId="{5050A9FF-1F48-6711-5434-95B44B800C23}"/>
          </ac:cxnSpMkLst>
        </pc:cxnChg>
        <pc:cxnChg chg="add mod">
          <ac:chgData name="rushikesh nayak" userId="335f63fe9b7688ce" providerId="LiveId" clId="{CBEC0FC1-7493-40C3-9D22-C412FCBEBCB3}" dt="2026-09-18T02:41:46.991" v="1132" actId="1037"/>
          <ac:cxnSpMkLst>
            <pc:docMk/>
            <pc:sldMk cId="3427068242" sldId="263"/>
            <ac:cxnSpMk id="23" creationId="{856567EE-145C-BB5A-C74D-CC5DCF0A870E}"/>
          </ac:cxnSpMkLst>
        </pc:cxnChg>
        <pc:cxnChg chg="add mod">
          <ac:chgData name="rushikesh nayak" userId="335f63fe9b7688ce" providerId="LiveId" clId="{CBEC0FC1-7493-40C3-9D22-C412FCBEBCB3}" dt="2026-09-18T02:41:46.991" v="1132" actId="1037"/>
          <ac:cxnSpMkLst>
            <pc:docMk/>
            <pc:sldMk cId="3427068242" sldId="263"/>
            <ac:cxnSpMk id="24" creationId="{89D91569-2C8B-1C9F-2725-99DE9C46411F}"/>
          </ac:cxnSpMkLst>
        </pc:cxnChg>
        <pc:cxnChg chg="add mod">
          <ac:chgData name="rushikesh nayak" userId="335f63fe9b7688ce" providerId="LiveId" clId="{CBEC0FC1-7493-40C3-9D22-C412FCBEBCB3}" dt="2026-09-18T02:41:19.252" v="1068" actId="14100"/>
          <ac:cxnSpMkLst>
            <pc:docMk/>
            <pc:sldMk cId="3427068242" sldId="263"/>
            <ac:cxnSpMk id="32" creationId="{1E07A996-6558-BCFC-60A3-1524CD43059A}"/>
          </ac:cxnSpMkLst>
        </pc:cxnChg>
      </pc:sldChg>
      <pc:sldChg chg="delSp modSp new mod">
        <pc:chgData name="rushikesh nayak" userId="335f63fe9b7688ce" providerId="LiveId" clId="{CBEC0FC1-7493-40C3-9D22-C412FCBEBCB3}" dt="2026-09-18T02:46:41.235" v="1296" actId="5793"/>
        <pc:sldMkLst>
          <pc:docMk/>
          <pc:sldMk cId="1291073406" sldId="264"/>
        </pc:sldMkLst>
        <pc:spChg chg="mod">
          <ac:chgData name="rushikesh nayak" userId="335f63fe9b7688ce" providerId="LiveId" clId="{CBEC0FC1-7493-40C3-9D22-C412FCBEBCB3}" dt="2026-09-18T02:46:41.235" v="1296" actId="5793"/>
          <ac:spMkLst>
            <pc:docMk/>
            <pc:sldMk cId="1291073406" sldId="264"/>
            <ac:spMk id="3" creationId="{70E04532-8B51-431C-B94E-808256A95C15}"/>
          </ac:spMkLst>
        </pc:spChg>
      </pc:sldChg>
      <pc:sldChg chg="addSp delSp modSp new mod">
        <pc:chgData name="rushikesh nayak" userId="335f63fe9b7688ce" providerId="LiveId" clId="{CBEC0FC1-7493-40C3-9D22-C412FCBEBCB3}" dt="2026-09-18T02:55:03.106" v="1730"/>
        <pc:sldMkLst>
          <pc:docMk/>
          <pc:sldMk cId="1037900907" sldId="265"/>
        </pc:sldMkLst>
        <pc:spChg chg="add mod">
          <ac:chgData name="rushikesh nayak" userId="335f63fe9b7688ce" providerId="LiveId" clId="{CBEC0FC1-7493-40C3-9D22-C412FCBEBCB3}" dt="2026-09-18T02:49:38.073" v="1337" actId="255"/>
          <ac:spMkLst>
            <pc:docMk/>
            <pc:sldMk cId="1037900907" sldId="265"/>
            <ac:spMk id="7" creationId="{B707CD01-435D-4532-81AD-DD0B14D53794}"/>
          </ac:spMkLst>
        </pc:spChg>
        <pc:graphicFrameChg chg="add mod ord modGraphic">
          <ac:chgData name="rushikesh nayak" userId="335f63fe9b7688ce" providerId="LiveId" clId="{CBEC0FC1-7493-40C3-9D22-C412FCBEBCB3}" dt="2026-09-18T02:54:52.302" v="1726" actId="6549"/>
          <ac:graphicFrameMkLst>
            <pc:docMk/>
            <pc:sldMk cId="1037900907" sldId="265"/>
            <ac:graphicFrameMk id="4" creationId="{6F156174-D81F-2EDF-D3B9-26AD76B56689}"/>
          </ac:graphicFrameMkLst>
        </pc:graphicFrameChg>
      </pc:sldChg>
      <pc:sldChg chg="delSp modSp new mod">
        <pc:chgData name="rushikesh nayak" userId="335f63fe9b7688ce" providerId="LiveId" clId="{CBEC0FC1-7493-40C3-9D22-C412FCBEBCB3}" dt="2026-09-18T02:55:29.575" v="1739" actId="255"/>
        <pc:sldMkLst>
          <pc:docMk/>
          <pc:sldMk cId="3324110485" sldId="266"/>
        </pc:sldMkLst>
        <pc:spChg chg="mod">
          <ac:chgData name="rushikesh nayak" userId="335f63fe9b7688ce" providerId="LiveId" clId="{CBEC0FC1-7493-40C3-9D22-C412FCBEBCB3}" dt="2026-09-18T02:55:29.575" v="1739" actId="255"/>
          <ac:spMkLst>
            <pc:docMk/>
            <pc:sldMk cId="3324110485" sldId="266"/>
            <ac:spMk id="3" creationId="{0519904F-2DE1-053A-B564-1B495BCEA988}"/>
          </ac:spMkLst>
        </pc:spChg>
      </pc:sldChg>
      <pc:sldChg chg="addSp delSp modSp new mod">
        <pc:chgData name="rushikesh nayak" userId="335f63fe9b7688ce" providerId="LiveId" clId="{CBEC0FC1-7493-40C3-9D22-C412FCBEBCB3}" dt="2026-09-18T03:18:15.701" v="2469"/>
        <pc:sldMkLst>
          <pc:docMk/>
          <pc:sldMk cId="3084373356" sldId="267"/>
        </pc:sldMkLst>
        <pc:spChg chg="mod">
          <ac:chgData name="rushikesh nayak" userId="335f63fe9b7688ce" providerId="LiveId" clId="{CBEC0FC1-7493-40C3-9D22-C412FCBEBCB3}" dt="2026-09-18T03:00:06.140" v="1749" actId="27636"/>
          <ac:spMkLst>
            <pc:docMk/>
            <pc:sldMk cId="3084373356" sldId="267"/>
            <ac:spMk id="2" creationId="{FF0383E7-B85A-2954-5CE8-0F646B666174}"/>
          </ac:spMkLst>
        </pc:spChg>
        <pc:spChg chg="mod">
          <ac:chgData name="rushikesh nayak" userId="335f63fe9b7688ce" providerId="LiveId" clId="{CBEC0FC1-7493-40C3-9D22-C412FCBEBCB3}" dt="2026-09-18T03:01:04.039" v="1755" actId="20577"/>
          <ac:spMkLst>
            <pc:docMk/>
            <pc:sldMk cId="3084373356" sldId="267"/>
            <ac:spMk id="3" creationId="{F587C28B-54AD-1AD5-3380-039FBA3E9BD0}"/>
          </ac:spMkLst>
        </pc:spChg>
        <pc:spChg chg="add mod">
          <ac:chgData name="rushikesh nayak" userId="335f63fe9b7688ce" providerId="LiveId" clId="{CBEC0FC1-7493-40C3-9D22-C412FCBEBCB3}" dt="2026-09-18T03:03:25.749" v="1796" actId="14100"/>
          <ac:spMkLst>
            <pc:docMk/>
            <pc:sldMk cId="3084373356" sldId="267"/>
            <ac:spMk id="4" creationId="{B3C6D3E5-BEA2-905C-6502-CF6F3A1EF525}"/>
          </ac:spMkLst>
        </pc:spChg>
        <pc:spChg chg="add mod">
          <ac:chgData name="rushikesh nayak" userId="335f63fe9b7688ce" providerId="LiveId" clId="{CBEC0FC1-7493-40C3-9D22-C412FCBEBCB3}" dt="2026-09-18T03:13:25.175" v="2258" actId="1037"/>
          <ac:spMkLst>
            <pc:docMk/>
            <pc:sldMk cId="3084373356" sldId="267"/>
            <ac:spMk id="6" creationId="{378ECF7D-E245-22AD-3306-EE4363117B25}"/>
          </ac:spMkLst>
        </pc:spChg>
        <pc:spChg chg="add mod">
          <ac:chgData name="rushikesh nayak" userId="335f63fe9b7688ce" providerId="LiveId" clId="{CBEC0FC1-7493-40C3-9D22-C412FCBEBCB3}" dt="2026-09-18T03:03:53.869" v="1806" actId="14100"/>
          <ac:spMkLst>
            <pc:docMk/>
            <pc:sldMk cId="3084373356" sldId="267"/>
            <ac:spMk id="8" creationId="{8C07C4C4-D7D5-8715-42C0-83AA838DF584}"/>
          </ac:spMkLst>
        </pc:spChg>
        <pc:spChg chg="add mod">
          <ac:chgData name="rushikesh nayak" userId="335f63fe9b7688ce" providerId="LiveId" clId="{CBEC0FC1-7493-40C3-9D22-C412FCBEBCB3}" dt="2026-09-18T03:12:28.343" v="2081" actId="1037"/>
          <ac:spMkLst>
            <pc:docMk/>
            <pc:sldMk cId="3084373356" sldId="267"/>
            <ac:spMk id="10" creationId="{44DE8C22-B605-10F8-9401-B22CEE9F1F96}"/>
          </ac:spMkLst>
        </pc:spChg>
        <pc:spChg chg="add mod">
          <ac:chgData name="rushikesh nayak" userId="335f63fe9b7688ce" providerId="LiveId" clId="{CBEC0FC1-7493-40C3-9D22-C412FCBEBCB3}" dt="2026-09-18T03:03:33.617" v="1800" actId="14100"/>
          <ac:spMkLst>
            <pc:docMk/>
            <pc:sldMk cId="3084373356" sldId="267"/>
            <ac:spMk id="12" creationId="{8BF58408-129A-DA65-A7DF-C0E392D31BBC}"/>
          </ac:spMkLst>
        </pc:spChg>
        <pc:spChg chg="add mod">
          <ac:chgData name="rushikesh nayak" userId="335f63fe9b7688ce" providerId="LiveId" clId="{CBEC0FC1-7493-40C3-9D22-C412FCBEBCB3}" dt="2026-09-18T03:13:21.695" v="2241" actId="1037"/>
          <ac:spMkLst>
            <pc:docMk/>
            <pc:sldMk cId="3084373356" sldId="267"/>
            <ac:spMk id="14" creationId="{6C4E44B3-4ADA-3705-7F7F-E24FBD7EC849}"/>
          </ac:spMkLst>
        </pc:spChg>
        <pc:spChg chg="add mod">
          <ac:chgData name="rushikesh nayak" userId="335f63fe9b7688ce" providerId="LiveId" clId="{CBEC0FC1-7493-40C3-9D22-C412FCBEBCB3}" dt="2026-09-18T03:13:11.373" v="2185" actId="1037"/>
          <ac:spMkLst>
            <pc:docMk/>
            <pc:sldMk cId="3084373356" sldId="267"/>
            <ac:spMk id="16" creationId="{4467FDD7-71B8-724E-1B7E-06C19E39760E}"/>
          </ac:spMkLst>
        </pc:spChg>
        <pc:spChg chg="add mod">
          <ac:chgData name="rushikesh nayak" userId="335f63fe9b7688ce" providerId="LiveId" clId="{CBEC0FC1-7493-40C3-9D22-C412FCBEBCB3}" dt="2026-09-18T03:13:05.995" v="2161" actId="1037"/>
          <ac:spMkLst>
            <pc:docMk/>
            <pc:sldMk cId="3084373356" sldId="267"/>
            <ac:spMk id="18" creationId="{E562C17A-D1C7-C5BF-0832-A857A885BD4B}"/>
          </ac:spMkLst>
        </pc:spChg>
        <pc:spChg chg="add mod">
          <ac:chgData name="rushikesh nayak" userId="335f63fe9b7688ce" providerId="LiveId" clId="{CBEC0FC1-7493-40C3-9D22-C412FCBEBCB3}" dt="2026-09-18T03:12:56.920" v="2119" actId="1037"/>
          <ac:spMkLst>
            <pc:docMk/>
            <pc:sldMk cId="3084373356" sldId="267"/>
            <ac:spMk id="20" creationId="{A5D9803F-49A7-E9BE-CCBE-B3C00B8D81FE}"/>
          </ac:spMkLst>
        </pc:spChg>
        <pc:spChg chg="add mod">
          <ac:chgData name="rushikesh nayak" userId="335f63fe9b7688ce" providerId="LiveId" clId="{CBEC0FC1-7493-40C3-9D22-C412FCBEBCB3}" dt="2026-09-18T03:13:15.077" v="2220" actId="1037"/>
          <ac:spMkLst>
            <pc:docMk/>
            <pc:sldMk cId="3084373356" sldId="267"/>
            <ac:spMk id="22" creationId="{53B056F0-FEE6-4D72-4D50-F95C4375EBBC}"/>
          </ac:spMkLst>
        </pc:spChg>
        <pc:spChg chg="add mod">
          <ac:chgData name="rushikesh nayak" userId="335f63fe9b7688ce" providerId="LiveId" clId="{CBEC0FC1-7493-40C3-9D22-C412FCBEBCB3}" dt="2026-09-18T03:12:21.035" v="2068" actId="1037"/>
          <ac:spMkLst>
            <pc:docMk/>
            <pc:sldMk cId="3084373356" sldId="267"/>
            <ac:spMk id="24" creationId="{F930C0C6-8634-FD1F-8F1B-5F90A3F56F15}"/>
          </ac:spMkLst>
        </pc:spChg>
        <pc:spChg chg="add mod">
          <ac:chgData name="rushikesh nayak" userId="335f63fe9b7688ce" providerId="LiveId" clId="{CBEC0FC1-7493-40C3-9D22-C412FCBEBCB3}" dt="2026-09-18T03:12:40.617" v="2091" actId="1037"/>
          <ac:spMkLst>
            <pc:docMk/>
            <pc:sldMk cId="3084373356" sldId="267"/>
            <ac:spMk id="26" creationId="{C0083D2F-700D-35B0-1440-45A8B8E6C452}"/>
          </ac:spMkLst>
        </pc:spChg>
        <pc:spChg chg="add mod">
          <ac:chgData name="rushikesh nayak" userId="335f63fe9b7688ce" providerId="LiveId" clId="{CBEC0FC1-7493-40C3-9D22-C412FCBEBCB3}" dt="2026-09-18T03:04:30.587" v="1819" actId="14100"/>
          <ac:spMkLst>
            <pc:docMk/>
            <pc:sldMk cId="3084373356" sldId="267"/>
            <ac:spMk id="28" creationId="{4A4F7645-213A-1602-5F4F-2169CE1B88AD}"/>
          </ac:spMkLst>
        </pc:spChg>
        <pc:spChg chg="add mod">
          <ac:chgData name="rushikesh nayak" userId="335f63fe9b7688ce" providerId="LiveId" clId="{CBEC0FC1-7493-40C3-9D22-C412FCBEBCB3}" dt="2026-09-18T03:08:00.935" v="1891" actId="1076"/>
          <ac:spMkLst>
            <pc:docMk/>
            <pc:sldMk cId="3084373356" sldId="267"/>
            <ac:spMk id="66" creationId="{DD4C2D9A-7546-8301-9A78-A852C0E02978}"/>
          </ac:spMkLst>
        </pc:spChg>
        <pc:spChg chg="add mod">
          <ac:chgData name="rushikesh nayak" userId="335f63fe9b7688ce" providerId="LiveId" clId="{CBEC0FC1-7493-40C3-9D22-C412FCBEBCB3}" dt="2026-09-18T03:10:16.564" v="1945" actId="122"/>
          <ac:spMkLst>
            <pc:docMk/>
            <pc:sldMk cId="3084373356" sldId="267"/>
            <ac:spMk id="68" creationId="{1B77F3CD-64ED-32BD-C82D-F5D14DE2D3B4}"/>
          </ac:spMkLst>
        </pc:spChg>
        <pc:spChg chg="add mod">
          <ac:chgData name="rushikesh nayak" userId="335f63fe9b7688ce" providerId="LiveId" clId="{CBEC0FC1-7493-40C3-9D22-C412FCBEBCB3}" dt="2026-09-18T03:08:31.648" v="1909" actId="1076"/>
          <ac:spMkLst>
            <pc:docMk/>
            <pc:sldMk cId="3084373356" sldId="267"/>
            <ac:spMk id="70" creationId="{46F197CC-1677-6366-C579-07EB92D67A7B}"/>
          </ac:spMkLst>
        </pc:spChg>
        <pc:spChg chg="add mod">
          <ac:chgData name="rushikesh nayak" userId="335f63fe9b7688ce" providerId="LiveId" clId="{CBEC0FC1-7493-40C3-9D22-C412FCBEBCB3}" dt="2026-09-18T03:08:59.169" v="1921" actId="14100"/>
          <ac:spMkLst>
            <pc:docMk/>
            <pc:sldMk cId="3084373356" sldId="267"/>
            <ac:spMk id="72" creationId="{5E0BEECC-6C25-D55A-C9E9-D8C1B9820863}"/>
          </ac:spMkLst>
        </pc:spChg>
        <pc:spChg chg="add mod">
          <ac:chgData name="rushikesh nayak" userId="335f63fe9b7688ce" providerId="LiveId" clId="{CBEC0FC1-7493-40C3-9D22-C412FCBEBCB3}" dt="2026-09-18T03:11:30.218" v="1994" actId="20577"/>
          <ac:spMkLst>
            <pc:docMk/>
            <pc:sldMk cId="3084373356" sldId="267"/>
            <ac:spMk id="77" creationId="{F1A9F62F-C3DD-07C9-3251-7374AB02AA3D}"/>
          </ac:spMkLst>
        </pc:spChg>
        <pc:spChg chg="add mod">
          <ac:chgData name="rushikesh nayak" userId="335f63fe9b7688ce" providerId="LiveId" clId="{CBEC0FC1-7493-40C3-9D22-C412FCBEBCB3}" dt="2026-09-18T03:12:03.920" v="2034" actId="20577"/>
          <ac:spMkLst>
            <pc:docMk/>
            <pc:sldMk cId="3084373356" sldId="267"/>
            <ac:spMk id="79" creationId="{16A4D63D-6F30-3A74-B7FD-6170518074BB}"/>
          </ac:spMkLst>
        </pc:spChg>
        <pc:spChg chg="add mod">
          <ac:chgData name="rushikesh nayak" userId="335f63fe9b7688ce" providerId="LiveId" clId="{CBEC0FC1-7493-40C3-9D22-C412FCBEBCB3}" dt="2026-09-18T03:15:59.446" v="2412" actId="14100"/>
          <ac:spMkLst>
            <pc:docMk/>
            <pc:sldMk cId="3084373356" sldId="267"/>
            <ac:spMk id="84" creationId="{541E074A-6D6B-3A14-C344-C5703BDAA9D0}"/>
          </ac:spMkLst>
        </pc:spChg>
        <pc:spChg chg="add mod">
          <ac:chgData name="rushikesh nayak" userId="335f63fe9b7688ce" providerId="LiveId" clId="{CBEC0FC1-7493-40C3-9D22-C412FCBEBCB3}" dt="2026-09-18T03:17:09.241" v="2465" actId="1037"/>
          <ac:spMkLst>
            <pc:docMk/>
            <pc:sldMk cId="3084373356" sldId="267"/>
            <ac:spMk id="86" creationId="{51C68717-4F44-7754-860F-4D036DFAC002}"/>
          </ac:spMkLst>
        </pc:spChg>
        <pc:cxnChg chg="add mod">
          <ac:chgData name="rushikesh nayak" userId="335f63fe9b7688ce" providerId="LiveId" clId="{CBEC0FC1-7493-40C3-9D22-C412FCBEBCB3}" dt="2026-09-18T03:13:21.695" v="2241" actId="1037"/>
          <ac:cxnSpMkLst>
            <pc:docMk/>
            <pc:sldMk cId="3084373356" sldId="267"/>
            <ac:cxnSpMk id="30" creationId="{7BFB445F-74FE-10F9-9919-23FD12CE408D}"/>
          </ac:cxnSpMkLst>
        </pc:cxnChg>
        <pc:cxnChg chg="add mod">
          <ac:chgData name="rushikesh nayak" userId="335f63fe9b7688ce" providerId="LiveId" clId="{CBEC0FC1-7493-40C3-9D22-C412FCBEBCB3}" dt="2026-09-18T03:12:21.035" v="2068" actId="1037"/>
          <ac:cxnSpMkLst>
            <pc:docMk/>
            <pc:sldMk cId="3084373356" sldId="267"/>
            <ac:cxnSpMk id="31" creationId="{207B00B8-BBE9-6540-AF4E-702612787FA1}"/>
          </ac:cxnSpMkLst>
        </pc:cxnChg>
        <pc:cxnChg chg="add mod">
          <ac:chgData name="rushikesh nayak" userId="335f63fe9b7688ce" providerId="LiveId" clId="{CBEC0FC1-7493-40C3-9D22-C412FCBEBCB3}" dt="2026-09-18T03:13:15.077" v="2220" actId="1037"/>
          <ac:cxnSpMkLst>
            <pc:docMk/>
            <pc:sldMk cId="3084373356" sldId="267"/>
            <ac:cxnSpMk id="32" creationId="{F849A5DB-2751-D40C-4C20-C5DC22CFCFD3}"/>
          </ac:cxnSpMkLst>
        </pc:cxnChg>
        <pc:cxnChg chg="add mod">
          <ac:chgData name="rushikesh nayak" userId="335f63fe9b7688ce" providerId="LiveId" clId="{CBEC0FC1-7493-40C3-9D22-C412FCBEBCB3}" dt="2026-09-18T03:12:45.920" v="2092" actId="14100"/>
          <ac:cxnSpMkLst>
            <pc:docMk/>
            <pc:sldMk cId="3084373356" sldId="267"/>
            <ac:cxnSpMk id="33" creationId="{0FEA4CB1-AF14-912A-C762-9AD41E4C3648}"/>
          </ac:cxnSpMkLst>
        </pc:cxnChg>
        <pc:cxnChg chg="add mod">
          <ac:chgData name="rushikesh nayak" userId="335f63fe9b7688ce" providerId="LiveId" clId="{CBEC0FC1-7493-40C3-9D22-C412FCBEBCB3}" dt="2026-09-18T03:12:28.343" v="2081" actId="1037"/>
          <ac:cxnSpMkLst>
            <pc:docMk/>
            <pc:sldMk cId="3084373356" sldId="267"/>
            <ac:cxnSpMk id="34" creationId="{08C1B79B-5D9E-8BEC-4F59-5416D15718F5}"/>
          </ac:cxnSpMkLst>
        </pc:cxnChg>
        <pc:cxnChg chg="add mod">
          <ac:chgData name="rushikesh nayak" userId="335f63fe9b7688ce" providerId="LiveId" clId="{CBEC0FC1-7493-40C3-9D22-C412FCBEBCB3}" dt="2026-09-18T03:06:04.007" v="1854" actId="14100"/>
          <ac:cxnSpMkLst>
            <pc:docMk/>
            <pc:sldMk cId="3084373356" sldId="267"/>
            <ac:cxnSpMk id="35" creationId="{1A1535FF-D5E2-CD66-741C-AE666A7E05C4}"/>
          </ac:cxnSpMkLst>
        </pc:cxnChg>
        <pc:cxnChg chg="add mod">
          <ac:chgData name="rushikesh nayak" userId="335f63fe9b7688ce" providerId="LiveId" clId="{CBEC0FC1-7493-40C3-9D22-C412FCBEBCB3}" dt="2026-09-18T03:05:43.209" v="1848" actId="14100"/>
          <ac:cxnSpMkLst>
            <pc:docMk/>
            <pc:sldMk cId="3084373356" sldId="267"/>
            <ac:cxnSpMk id="36" creationId="{FA536A1C-3933-EE09-AF5D-353E9BAF4FF5}"/>
          </ac:cxnSpMkLst>
        </pc:cxnChg>
        <pc:cxnChg chg="add mod">
          <ac:chgData name="rushikesh nayak" userId="335f63fe9b7688ce" providerId="LiveId" clId="{CBEC0FC1-7493-40C3-9D22-C412FCBEBCB3}" dt="2026-09-18T03:05:34.801" v="1845" actId="14100"/>
          <ac:cxnSpMkLst>
            <pc:docMk/>
            <pc:sldMk cId="3084373356" sldId="267"/>
            <ac:cxnSpMk id="37" creationId="{0F737CE3-C1EB-0DDC-B767-8256BE4D81A7}"/>
          </ac:cxnSpMkLst>
        </pc:cxnChg>
        <pc:cxnChg chg="add mod">
          <ac:chgData name="rushikesh nayak" userId="335f63fe9b7688ce" providerId="LiveId" clId="{CBEC0FC1-7493-40C3-9D22-C412FCBEBCB3}" dt="2026-09-18T03:13:11.373" v="2185" actId="1037"/>
          <ac:cxnSpMkLst>
            <pc:docMk/>
            <pc:sldMk cId="3084373356" sldId="267"/>
            <ac:cxnSpMk id="52" creationId="{279F1BB4-CDFF-8319-C5EC-5FB068C60C47}"/>
          </ac:cxnSpMkLst>
        </pc:cxnChg>
        <pc:cxnChg chg="add mod">
          <ac:chgData name="rushikesh nayak" userId="335f63fe9b7688ce" providerId="LiveId" clId="{CBEC0FC1-7493-40C3-9D22-C412FCBEBCB3}" dt="2026-09-18T03:13:05.995" v="2161" actId="1037"/>
          <ac:cxnSpMkLst>
            <pc:docMk/>
            <pc:sldMk cId="3084373356" sldId="267"/>
            <ac:cxnSpMk id="53" creationId="{AC59632E-60B5-A515-B599-090B1042086A}"/>
          </ac:cxnSpMkLst>
        </pc:cxnChg>
        <pc:cxnChg chg="add mod">
          <ac:chgData name="rushikesh nayak" userId="335f63fe9b7688ce" providerId="LiveId" clId="{CBEC0FC1-7493-40C3-9D22-C412FCBEBCB3}" dt="2026-09-18T03:12:56.920" v="2119" actId="1037"/>
          <ac:cxnSpMkLst>
            <pc:docMk/>
            <pc:sldMk cId="3084373356" sldId="267"/>
            <ac:cxnSpMk id="54" creationId="{426345A6-98FB-A447-216D-CC444B713600}"/>
          </ac:cxnSpMkLst>
        </pc:cxnChg>
        <pc:cxnChg chg="add mod">
          <ac:chgData name="rushikesh nayak" userId="335f63fe9b7688ce" providerId="LiveId" clId="{CBEC0FC1-7493-40C3-9D22-C412FCBEBCB3}" dt="2026-09-18T03:13:25.175" v="2258" actId="1037"/>
          <ac:cxnSpMkLst>
            <pc:docMk/>
            <pc:sldMk cId="3084373356" sldId="267"/>
            <ac:cxnSpMk id="61" creationId="{8736886D-186C-C996-ED1C-BD988710E332}"/>
          </ac:cxnSpMkLst>
        </pc:cxnChg>
      </pc:sldChg>
      <pc:sldChg chg="delSp modSp new mod">
        <pc:chgData name="rushikesh nayak" userId="335f63fe9b7688ce" providerId="LiveId" clId="{CBEC0FC1-7493-40C3-9D22-C412FCBEBCB3}" dt="2026-09-18T03:18:48.130" v="2479" actId="255"/>
        <pc:sldMkLst>
          <pc:docMk/>
          <pc:sldMk cId="25660157" sldId="268"/>
        </pc:sldMkLst>
        <pc:spChg chg="mod">
          <ac:chgData name="rushikesh nayak" userId="335f63fe9b7688ce" providerId="LiveId" clId="{CBEC0FC1-7493-40C3-9D22-C412FCBEBCB3}" dt="2026-09-18T03:18:48.130" v="2479" actId="255"/>
          <ac:spMkLst>
            <pc:docMk/>
            <pc:sldMk cId="25660157" sldId="268"/>
            <ac:spMk id="3" creationId="{A96EA575-06A7-8E5F-1D3A-99CBD17FBCCE}"/>
          </ac:spMkLst>
        </pc:spChg>
      </pc:sldChg>
      <pc:sldChg chg="addSp delSp modSp new mod">
        <pc:chgData name="rushikesh nayak" userId="335f63fe9b7688ce" providerId="LiveId" clId="{CBEC0FC1-7493-40C3-9D22-C412FCBEBCB3}" dt="2026-09-18T03:50:25.108" v="2827"/>
        <pc:sldMkLst>
          <pc:docMk/>
          <pc:sldMk cId="4055214374" sldId="269"/>
        </pc:sldMkLst>
        <pc:spChg chg="mod">
          <ac:chgData name="rushikesh nayak" userId="335f63fe9b7688ce" providerId="LiveId" clId="{CBEC0FC1-7493-40C3-9D22-C412FCBEBCB3}" dt="2026-09-18T03:32:12.075" v="2488" actId="113"/>
          <ac:spMkLst>
            <pc:docMk/>
            <pc:sldMk cId="4055214374" sldId="269"/>
            <ac:spMk id="2" creationId="{BCDD0568-6674-3A97-0DF2-41BD74B70103}"/>
          </ac:spMkLst>
        </pc:spChg>
        <pc:spChg chg="mod">
          <ac:chgData name="rushikesh nayak" userId="335f63fe9b7688ce" providerId="LiveId" clId="{CBEC0FC1-7493-40C3-9D22-C412FCBEBCB3}" dt="2026-09-18T03:48:45.112" v="2815" actId="14100"/>
          <ac:spMkLst>
            <pc:docMk/>
            <pc:sldMk cId="4055214374" sldId="269"/>
            <ac:spMk id="3" creationId="{A0F048F6-DA90-8E3F-4A1C-C29AA53545D1}"/>
          </ac:spMkLst>
        </pc:spChg>
        <pc:spChg chg="add mod">
          <ac:chgData name="rushikesh nayak" userId="335f63fe9b7688ce" providerId="LiveId" clId="{CBEC0FC1-7493-40C3-9D22-C412FCBEBCB3}" dt="2026-09-18T03:35:08.198" v="2576" actId="20577"/>
          <ac:spMkLst>
            <pc:docMk/>
            <pc:sldMk cId="4055214374" sldId="269"/>
            <ac:spMk id="4" creationId="{D9FBB9E0-A536-19C4-C2C3-820B717C1BAD}"/>
          </ac:spMkLst>
        </pc:spChg>
        <pc:spChg chg="add mod">
          <ac:chgData name="rushikesh nayak" userId="335f63fe9b7688ce" providerId="LiveId" clId="{CBEC0FC1-7493-40C3-9D22-C412FCBEBCB3}" dt="2026-09-18T03:35:12.426" v="2578" actId="20577"/>
          <ac:spMkLst>
            <pc:docMk/>
            <pc:sldMk cId="4055214374" sldId="269"/>
            <ac:spMk id="6" creationId="{8ADB4372-9F5D-9407-9D96-9E5E284FED80}"/>
          </ac:spMkLst>
        </pc:spChg>
        <pc:spChg chg="add mod">
          <ac:chgData name="rushikesh nayak" userId="335f63fe9b7688ce" providerId="LiveId" clId="{CBEC0FC1-7493-40C3-9D22-C412FCBEBCB3}" dt="2026-09-18T03:36:10.811" v="2600" actId="20577"/>
          <ac:spMkLst>
            <pc:docMk/>
            <pc:sldMk cId="4055214374" sldId="269"/>
            <ac:spMk id="8" creationId="{88ACCC88-76E3-5641-2C5A-EE6372A6A529}"/>
          </ac:spMkLst>
        </pc:spChg>
        <pc:spChg chg="add mod">
          <ac:chgData name="rushikesh nayak" userId="335f63fe9b7688ce" providerId="LiveId" clId="{CBEC0FC1-7493-40C3-9D22-C412FCBEBCB3}" dt="2026-09-18T03:36:06.677" v="2598" actId="20577"/>
          <ac:spMkLst>
            <pc:docMk/>
            <pc:sldMk cId="4055214374" sldId="269"/>
            <ac:spMk id="10" creationId="{C2937E02-054C-1306-60D4-E4DB9806756E}"/>
          </ac:spMkLst>
        </pc:spChg>
        <pc:spChg chg="add mod">
          <ac:chgData name="rushikesh nayak" userId="335f63fe9b7688ce" providerId="LiveId" clId="{CBEC0FC1-7493-40C3-9D22-C412FCBEBCB3}" dt="2026-09-18T03:36:01.219" v="2596" actId="20577"/>
          <ac:spMkLst>
            <pc:docMk/>
            <pc:sldMk cId="4055214374" sldId="269"/>
            <ac:spMk id="12" creationId="{CE983579-88F3-B01B-BA6B-C0354282038A}"/>
          </ac:spMkLst>
        </pc:spChg>
        <pc:spChg chg="add mod">
          <ac:chgData name="rushikesh nayak" userId="335f63fe9b7688ce" providerId="LiveId" clId="{CBEC0FC1-7493-40C3-9D22-C412FCBEBCB3}" dt="2026-09-18T03:35:57.517" v="2594" actId="20577"/>
          <ac:spMkLst>
            <pc:docMk/>
            <pc:sldMk cId="4055214374" sldId="269"/>
            <ac:spMk id="14" creationId="{351C26DE-B151-7585-262B-E4E2ADA10146}"/>
          </ac:spMkLst>
        </pc:spChg>
        <pc:spChg chg="add mod">
          <ac:chgData name="rushikesh nayak" userId="335f63fe9b7688ce" providerId="LiveId" clId="{CBEC0FC1-7493-40C3-9D22-C412FCBEBCB3}" dt="2026-09-18T03:36:39.385" v="2642" actId="1038"/>
          <ac:spMkLst>
            <pc:docMk/>
            <pc:sldMk cId="4055214374" sldId="269"/>
            <ac:spMk id="16" creationId="{0FB2D48A-7BEC-0D76-4DA8-928013AF6524}"/>
          </ac:spMkLst>
        </pc:spChg>
        <pc:spChg chg="add mod">
          <ac:chgData name="rushikesh nayak" userId="335f63fe9b7688ce" providerId="LiveId" clId="{CBEC0FC1-7493-40C3-9D22-C412FCBEBCB3}" dt="2026-09-18T03:36:34.302" v="2640" actId="1037"/>
          <ac:spMkLst>
            <pc:docMk/>
            <pc:sldMk cId="4055214374" sldId="269"/>
            <ac:spMk id="18" creationId="{CF4153F4-D7F0-B5F7-68A5-7AD28187C1FF}"/>
          </ac:spMkLst>
        </pc:spChg>
        <pc:spChg chg="add mod">
          <ac:chgData name="rushikesh nayak" userId="335f63fe9b7688ce" providerId="LiveId" clId="{CBEC0FC1-7493-40C3-9D22-C412FCBEBCB3}" dt="2026-09-18T03:36:29.901" v="2622" actId="1037"/>
          <ac:spMkLst>
            <pc:docMk/>
            <pc:sldMk cId="4055214374" sldId="269"/>
            <ac:spMk id="20" creationId="{CDC73179-F9CE-81FE-C7C9-AB52CB7812CF}"/>
          </ac:spMkLst>
        </pc:spChg>
        <pc:spChg chg="add mod">
          <ac:chgData name="rushikesh nayak" userId="335f63fe9b7688ce" providerId="LiveId" clId="{CBEC0FC1-7493-40C3-9D22-C412FCBEBCB3}" dt="2026-09-18T03:35:29.190" v="2586" actId="20577"/>
          <ac:spMkLst>
            <pc:docMk/>
            <pc:sldMk cId="4055214374" sldId="269"/>
            <ac:spMk id="22" creationId="{203522D6-F784-0200-0E15-FCB1D03320BC}"/>
          </ac:spMkLst>
        </pc:spChg>
        <pc:spChg chg="add mod">
          <ac:chgData name="rushikesh nayak" userId="335f63fe9b7688ce" providerId="LiveId" clId="{CBEC0FC1-7493-40C3-9D22-C412FCBEBCB3}" dt="2026-09-18T03:35:26.229" v="2584" actId="20577"/>
          <ac:spMkLst>
            <pc:docMk/>
            <pc:sldMk cId="4055214374" sldId="269"/>
            <ac:spMk id="24" creationId="{02CDFB84-E264-5793-4882-ED53B8CFDE36}"/>
          </ac:spMkLst>
        </pc:spChg>
        <pc:spChg chg="add mod">
          <ac:chgData name="rushikesh nayak" userId="335f63fe9b7688ce" providerId="LiveId" clId="{CBEC0FC1-7493-40C3-9D22-C412FCBEBCB3}" dt="2026-09-18T03:35:20.893" v="2582" actId="20577"/>
          <ac:spMkLst>
            <pc:docMk/>
            <pc:sldMk cId="4055214374" sldId="269"/>
            <ac:spMk id="26" creationId="{7EB26C57-9C1B-C4D5-A766-0399F068825C}"/>
          </ac:spMkLst>
        </pc:spChg>
        <pc:spChg chg="add mod">
          <ac:chgData name="rushikesh nayak" userId="335f63fe9b7688ce" providerId="LiveId" clId="{CBEC0FC1-7493-40C3-9D22-C412FCBEBCB3}" dt="2026-09-18T03:35:16.798" v="2580" actId="20577"/>
          <ac:spMkLst>
            <pc:docMk/>
            <pc:sldMk cId="4055214374" sldId="269"/>
            <ac:spMk id="28" creationId="{595CBCFD-F0DA-F780-BEDD-B3943810E74A}"/>
          </ac:spMkLst>
        </pc:spChg>
        <pc:spChg chg="add mod">
          <ac:chgData name="rushikesh nayak" userId="335f63fe9b7688ce" providerId="LiveId" clId="{CBEC0FC1-7493-40C3-9D22-C412FCBEBCB3}" dt="2026-09-18T03:43:16.533" v="2730" actId="20577"/>
          <ac:spMkLst>
            <pc:docMk/>
            <pc:sldMk cId="4055214374" sldId="269"/>
            <ac:spMk id="69" creationId="{FA40A1CC-0B22-CF7D-2FB4-156000CE2EC1}"/>
          </ac:spMkLst>
        </pc:spChg>
        <pc:spChg chg="add mod">
          <ac:chgData name="rushikesh nayak" userId="335f63fe9b7688ce" providerId="LiveId" clId="{CBEC0FC1-7493-40C3-9D22-C412FCBEBCB3}" dt="2026-09-18T03:43:03.814" v="2727" actId="20577"/>
          <ac:spMkLst>
            <pc:docMk/>
            <pc:sldMk cId="4055214374" sldId="269"/>
            <ac:spMk id="71" creationId="{7FE98C06-A488-9182-E469-953B01B0AD16}"/>
          </ac:spMkLst>
        </pc:spChg>
        <pc:spChg chg="add mod">
          <ac:chgData name="rushikesh nayak" userId="335f63fe9b7688ce" providerId="LiveId" clId="{CBEC0FC1-7493-40C3-9D22-C412FCBEBCB3}" dt="2026-09-18T03:43:11.551" v="2729" actId="20577"/>
          <ac:spMkLst>
            <pc:docMk/>
            <pc:sldMk cId="4055214374" sldId="269"/>
            <ac:spMk id="73" creationId="{19F823F8-63BD-090B-75EF-42D01828A7F5}"/>
          </ac:spMkLst>
        </pc:spChg>
        <pc:spChg chg="add mod">
          <ac:chgData name="rushikesh nayak" userId="335f63fe9b7688ce" providerId="LiveId" clId="{CBEC0FC1-7493-40C3-9D22-C412FCBEBCB3}" dt="2026-09-18T03:43:08.525" v="2728" actId="20577"/>
          <ac:spMkLst>
            <pc:docMk/>
            <pc:sldMk cId="4055214374" sldId="269"/>
            <ac:spMk id="75" creationId="{B5975D66-16E4-85B4-A318-CE953E0B5B6F}"/>
          </ac:spMkLst>
        </pc:spChg>
        <pc:spChg chg="add mod">
          <ac:chgData name="rushikesh nayak" userId="335f63fe9b7688ce" providerId="LiveId" clId="{CBEC0FC1-7493-40C3-9D22-C412FCBEBCB3}" dt="2026-09-18T03:42:59.997" v="2726" actId="20577"/>
          <ac:spMkLst>
            <pc:docMk/>
            <pc:sldMk cId="4055214374" sldId="269"/>
            <ac:spMk id="77" creationId="{07E0AEEB-B5F1-1830-2FCF-67FFF9A8F559}"/>
          </ac:spMkLst>
        </pc:spChg>
        <pc:spChg chg="add mod">
          <ac:chgData name="rushikesh nayak" userId="335f63fe9b7688ce" providerId="LiveId" clId="{CBEC0FC1-7493-40C3-9D22-C412FCBEBCB3}" dt="2026-09-18T03:42:56.940" v="2725" actId="20577"/>
          <ac:spMkLst>
            <pc:docMk/>
            <pc:sldMk cId="4055214374" sldId="269"/>
            <ac:spMk id="79" creationId="{ACF9A39E-F0A9-D991-0039-795B68E343C7}"/>
          </ac:spMkLst>
        </pc:spChg>
        <pc:spChg chg="add mod">
          <ac:chgData name="rushikesh nayak" userId="335f63fe9b7688ce" providerId="LiveId" clId="{CBEC0FC1-7493-40C3-9D22-C412FCBEBCB3}" dt="2026-09-18T03:44:23.573" v="2752" actId="14100"/>
          <ac:spMkLst>
            <pc:docMk/>
            <pc:sldMk cId="4055214374" sldId="269"/>
            <ac:spMk id="81" creationId="{0113A680-57E5-7C92-A65D-D211EAB1A3B8}"/>
          </ac:spMkLst>
        </pc:spChg>
        <pc:spChg chg="add mod">
          <ac:chgData name="rushikesh nayak" userId="335f63fe9b7688ce" providerId="LiveId" clId="{CBEC0FC1-7493-40C3-9D22-C412FCBEBCB3}" dt="2026-09-18T03:44:43.212" v="2760" actId="14100"/>
          <ac:spMkLst>
            <pc:docMk/>
            <pc:sldMk cId="4055214374" sldId="269"/>
            <ac:spMk id="83" creationId="{A01A0F71-A71B-DFBF-68C5-A06F61A6C1A4}"/>
          </ac:spMkLst>
        </pc:spChg>
        <pc:spChg chg="add mod">
          <ac:chgData name="rushikesh nayak" userId="335f63fe9b7688ce" providerId="LiveId" clId="{CBEC0FC1-7493-40C3-9D22-C412FCBEBCB3}" dt="2026-09-18T03:44:32.680" v="2756" actId="14100"/>
          <ac:spMkLst>
            <pc:docMk/>
            <pc:sldMk cId="4055214374" sldId="269"/>
            <ac:spMk id="85" creationId="{92591E78-F149-58F3-CA4F-BFFB94F4BBDA}"/>
          </ac:spMkLst>
        </pc:spChg>
        <pc:spChg chg="add mod">
          <ac:chgData name="rushikesh nayak" userId="335f63fe9b7688ce" providerId="LiveId" clId="{CBEC0FC1-7493-40C3-9D22-C412FCBEBCB3}" dt="2026-09-18T03:43:49.796" v="2740" actId="20577"/>
          <ac:spMkLst>
            <pc:docMk/>
            <pc:sldMk cId="4055214374" sldId="269"/>
            <ac:spMk id="87" creationId="{1A84D800-A7EC-4AC5-754C-2EA71AB7D3D1}"/>
          </ac:spMkLst>
        </pc:spChg>
        <pc:spChg chg="add mod">
          <ac:chgData name="rushikesh nayak" userId="335f63fe9b7688ce" providerId="LiveId" clId="{CBEC0FC1-7493-40C3-9D22-C412FCBEBCB3}" dt="2026-09-18T03:43:23.433" v="2731" actId="20577"/>
          <ac:spMkLst>
            <pc:docMk/>
            <pc:sldMk cId="4055214374" sldId="269"/>
            <ac:spMk id="89" creationId="{23DFF6EF-4A64-4FA4-2C8A-CD06D23438BE}"/>
          </ac:spMkLst>
        </pc:spChg>
        <pc:spChg chg="add mod">
          <ac:chgData name="rushikesh nayak" userId="335f63fe9b7688ce" providerId="LiveId" clId="{CBEC0FC1-7493-40C3-9D22-C412FCBEBCB3}" dt="2026-09-18T03:43:29.338" v="2733" actId="20577"/>
          <ac:spMkLst>
            <pc:docMk/>
            <pc:sldMk cId="4055214374" sldId="269"/>
            <ac:spMk id="91" creationId="{8389AD2F-80B7-76F1-B172-A2BB6D7C7F83}"/>
          </ac:spMkLst>
        </pc:spChg>
        <pc:spChg chg="add mod">
          <ac:chgData name="rushikesh nayak" userId="335f63fe9b7688ce" providerId="LiveId" clId="{CBEC0FC1-7493-40C3-9D22-C412FCBEBCB3}" dt="2026-09-18T03:43:26.027" v="2732" actId="20577"/>
          <ac:spMkLst>
            <pc:docMk/>
            <pc:sldMk cId="4055214374" sldId="269"/>
            <ac:spMk id="93" creationId="{31F1819E-B25E-281F-3788-BA1E6D79E163}"/>
          </ac:spMkLst>
        </pc:spChg>
        <pc:spChg chg="add mod">
          <ac:chgData name="rushikesh nayak" userId="335f63fe9b7688ce" providerId="LiveId" clId="{CBEC0FC1-7493-40C3-9D22-C412FCBEBCB3}" dt="2026-09-18T03:48:54.768" v="2816" actId="13926"/>
          <ac:spMkLst>
            <pc:docMk/>
            <pc:sldMk cId="4055214374" sldId="269"/>
            <ac:spMk id="94" creationId="{971F255C-9944-9E6E-B261-C9BEB21677C2}"/>
          </ac:spMkLst>
        </pc:spChg>
        <pc:spChg chg="add mod">
          <ac:chgData name="rushikesh nayak" userId="335f63fe9b7688ce" providerId="LiveId" clId="{CBEC0FC1-7493-40C3-9D22-C412FCBEBCB3}" dt="2026-09-18T03:47:30.894" v="2814" actId="207"/>
          <ac:spMkLst>
            <pc:docMk/>
            <pc:sldMk cId="4055214374" sldId="269"/>
            <ac:spMk id="96" creationId="{8DCE534E-6874-4AC0-F435-9EFAF703897D}"/>
          </ac:spMkLst>
        </pc:spChg>
        <pc:spChg chg="add mod">
          <ac:chgData name="rushikesh nayak" userId="335f63fe9b7688ce" providerId="LiveId" clId="{CBEC0FC1-7493-40C3-9D22-C412FCBEBCB3}" dt="2026-09-18T03:50:15.406" v="2825" actId="207"/>
          <ac:spMkLst>
            <pc:docMk/>
            <pc:sldMk cId="4055214374" sldId="269"/>
            <ac:spMk id="97" creationId="{6BB5A09B-D523-AA39-7386-C1E643DC28EA}"/>
          </ac:spMkLst>
        </pc:spChg>
        <pc:cxnChg chg="add mod">
          <ac:chgData name="rushikesh nayak" userId="335f63fe9b7688ce" providerId="LiveId" clId="{CBEC0FC1-7493-40C3-9D22-C412FCBEBCB3}" dt="2026-09-18T03:40:24.118" v="2692" actId="14100"/>
          <ac:cxnSpMkLst>
            <pc:docMk/>
            <pc:sldMk cId="4055214374" sldId="269"/>
            <ac:cxnSpMk id="30" creationId="{5DBEA996-E31F-E88A-AE82-31396BA20FD9}"/>
          </ac:cxnSpMkLst>
        </pc:cxnChg>
        <pc:cxnChg chg="add mod">
          <ac:chgData name="rushikesh nayak" userId="335f63fe9b7688ce" providerId="LiveId" clId="{CBEC0FC1-7493-40C3-9D22-C412FCBEBCB3}" dt="2026-09-18T03:37:16.523" v="2657" actId="14100"/>
          <ac:cxnSpMkLst>
            <pc:docMk/>
            <pc:sldMk cId="4055214374" sldId="269"/>
            <ac:cxnSpMk id="33" creationId="{F8BA0F1E-56C8-F3DD-96ED-EB0262386754}"/>
          </ac:cxnSpMkLst>
        </pc:cxnChg>
        <pc:cxnChg chg="add mod">
          <ac:chgData name="rushikesh nayak" userId="335f63fe9b7688ce" providerId="LiveId" clId="{CBEC0FC1-7493-40C3-9D22-C412FCBEBCB3}" dt="2026-09-18T03:37:26.156" v="2660" actId="14100"/>
          <ac:cxnSpMkLst>
            <pc:docMk/>
            <pc:sldMk cId="4055214374" sldId="269"/>
            <ac:cxnSpMk id="34" creationId="{B89BBF2D-4716-50F4-384C-70662CACA3B8}"/>
          </ac:cxnSpMkLst>
        </pc:cxnChg>
        <pc:cxnChg chg="add mod">
          <ac:chgData name="rushikesh nayak" userId="335f63fe9b7688ce" providerId="LiveId" clId="{CBEC0FC1-7493-40C3-9D22-C412FCBEBCB3}" dt="2026-09-18T03:37:37.537" v="2663" actId="14100"/>
          <ac:cxnSpMkLst>
            <pc:docMk/>
            <pc:sldMk cId="4055214374" sldId="269"/>
            <ac:cxnSpMk id="35" creationId="{000C5C38-5CD5-3A40-9321-0C0294261B87}"/>
          </ac:cxnSpMkLst>
        </pc:cxnChg>
        <pc:cxnChg chg="add mod">
          <ac:chgData name="rushikesh nayak" userId="335f63fe9b7688ce" providerId="LiveId" clId="{CBEC0FC1-7493-40C3-9D22-C412FCBEBCB3}" dt="2026-09-18T03:38:00.222" v="2666" actId="14100"/>
          <ac:cxnSpMkLst>
            <pc:docMk/>
            <pc:sldMk cId="4055214374" sldId="269"/>
            <ac:cxnSpMk id="36" creationId="{1393AF4A-C461-E841-E51D-52C6262D0655}"/>
          </ac:cxnSpMkLst>
        </pc:cxnChg>
        <pc:cxnChg chg="add mod">
          <ac:chgData name="rushikesh nayak" userId="335f63fe9b7688ce" providerId="LiveId" clId="{CBEC0FC1-7493-40C3-9D22-C412FCBEBCB3}" dt="2026-09-18T03:38:13.615" v="2669" actId="14100"/>
          <ac:cxnSpMkLst>
            <pc:docMk/>
            <pc:sldMk cId="4055214374" sldId="269"/>
            <ac:cxnSpMk id="37" creationId="{92F49E3F-28F4-95CE-2DC4-13327D6503E2}"/>
          </ac:cxnSpMkLst>
        </pc:cxnChg>
        <pc:cxnChg chg="add mod">
          <ac:chgData name="rushikesh nayak" userId="335f63fe9b7688ce" providerId="LiveId" clId="{CBEC0FC1-7493-40C3-9D22-C412FCBEBCB3}" dt="2026-09-18T03:38:25.230" v="2672" actId="14100"/>
          <ac:cxnSpMkLst>
            <pc:docMk/>
            <pc:sldMk cId="4055214374" sldId="269"/>
            <ac:cxnSpMk id="38" creationId="{C9A61034-6DC4-A8AA-02C0-C9F8A7FE8AB0}"/>
          </ac:cxnSpMkLst>
        </pc:cxnChg>
        <pc:cxnChg chg="add mod">
          <ac:chgData name="rushikesh nayak" userId="335f63fe9b7688ce" providerId="LiveId" clId="{CBEC0FC1-7493-40C3-9D22-C412FCBEBCB3}" dt="2026-09-18T03:38:33.052" v="2675" actId="14100"/>
          <ac:cxnSpMkLst>
            <pc:docMk/>
            <pc:sldMk cId="4055214374" sldId="269"/>
            <ac:cxnSpMk id="39" creationId="{01934FEE-F39D-9C0F-5372-109F48B7A4ED}"/>
          </ac:cxnSpMkLst>
        </pc:cxnChg>
        <pc:cxnChg chg="add mod">
          <ac:chgData name="rushikesh nayak" userId="335f63fe9b7688ce" providerId="LiveId" clId="{CBEC0FC1-7493-40C3-9D22-C412FCBEBCB3}" dt="2026-09-18T03:39:21.879" v="2691" actId="14100"/>
          <ac:cxnSpMkLst>
            <pc:docMk/>
            <pc:sldMk cId="4055214374" sldId="269"/>
            <ac:cxnSpMk id="40" creationId="{630F2DD3-8C8C-B46D-3A5F-169B9F4F4879}"/>
          </ac:cxnSpMkLst>
        </pc:cxnChg>
        <pc:cxnChg chg="add mod">
          <ac:chgData name="rushikesh nayak" userId="335f63fe9b7688ce" providerId="LiveId" clId="{CBEC0FC1-7493-40C3-9D22-C412FCBEBCB3}" dt="2026-09-18T03:38:59.952" v="2684" actId="14100"/>
          <ac:cxnSpMkLst>
            <pc:docMk/>
            <pc:sldMk cId="4055214374" sldId="269"/>
            <ac:cxnSpMk id="56" creationId="{1F396C30-1F70-6FC6-6B84-DA22BA3AF918}"/>
          </ac:cxnSpMkLst>
        </pc:cxnChg>
        <pc:cxnChg chg="add mod">
          <ac:chgData name="rushikesh nayak" userId="335f63fe9b7688ce" providerId="LiveId" clId="{CBEC0FC1-7493-40C3-9D22-C412FCBEBCB3}" dt="2026-09-18T03:38:49.469" v="2681" actId="14100"/>
          <ac:cxnSpMkLst>
            <pc:docMk/>
            <pc:sldMk cId="4055214374" sldId="269"/>
            <ac:cxnSpMk id="57" creationId="{088DCC34-BDFB-9FC7-81EC-D4E6DAE57F7B}"/>
          </ac:cxnSpMkLst>
        </pc:cxnChg>
        <pc:cxnChg chg="add mod">
          <ac:chgData name="rushikesh nayak" userId="335f63fe9b7688ce" providerId="LiveId" clId="{CBEC0FC1-7493-40C3-9D22-C412FCBEBCB3}" dt="2026-09-18T03:39:12.157" v="2688" actId="14100"/>
          <ac:cxnSpMkLst>
            <pc:docMk/>
            <pc:sldMk cId="4055214374" sldId="269"/>
            <ac:cxnSpMk id="63" creationId="{4CB14324-DEA2-DD01-8E07-DC5946D6AEA1}"/>
          </ac:cxnSpMkLst>
        </pc:cxnChg>
      </pc:sldChg>
      <pc:sldChg chg="delSp modSp new mod">
        <pc:chgData name="rushikesh nayak" userId="335f63fe9b7688ce" providerId="LiveId" clId="{CBEC0FC1-7493-40C3-9D22-C412FCBEBCB3}" dt="2026-09-18T03:51:11.591" v="2838" actId="255"/>
        <pc:sldMkLst>
          <pc:docMk/>
          <pc:sldMk cId="4003979695" sldId="270"/>
        </pc:sldMkLst>
        <pc:spChg chg="mod">
          <ac:chgData name="rushikesh nayak" userId="335f63fe9b7688ce" providerId="LiveId" clId="{CBEC0FC1-7493-40C3-9D22-C412FCBEBCB3}" dt="2026-09-18T03:51:11.591" v="2838" actId="255"/>
          <ac:spMkLst>
            <pc:docMk/>
            <pc:sldMk cId="4003979695" sldId="270"/>
            <ac:spMk id="3" creationId="{327AFB06-695B-C139-DDC1-D6AD25B2EF07}"/>
          </ac:spMkLst>
        </pc:spChg>
      </pc:sldChg>
      <pc:sldChg chg="addSp modSp new mod">
        <pc:chgData name="rushikesh nayak" userId="335f63fe9b7688ce" providerId="LiveId" clId="{CBEC0FC1-7493-40C3-9D22-C412FCBEBCB3}" dt="2026-09-18T04:15:31.655" v="3159" actId="20577"/>
        <pc:sldMkLst>
          <pc:docMk/>
          <pc:sldMk cId="2216559642" sldId="271"/>
        </pc:sldMkLst>
        <pc:spChg chg="mod">
          <ac:chgData name="rushikesh nayak" userId="335f63fe9b7688ce" providerId="LiveId" clId="{CBEC0FC1-7493-40C3-9D22-C412FCBEBCB3}" dt="2026-09-18T03:59:03.208" v="2847" actId="1076"/>
          <ac:spMkLst>
            <pc:docMk/>
            <pc:sldMk cId="2216559642" sldId="271"/>
            <ac:spMk id="2" creationId="{C4C952FB-29A4-7F4C-BB89-550988AE6B8D}"/>
          </ac:spMkLst>
        </pc:spChg>
        <pc:spChg chg="mod">
          <ac:chgData name="rushikesh nayak" userId="335f63fe9b7688ce" providerId="LiveId" clId="{CBEC0FC1-7493-40C3-9D22-C412FCBEBCB3}" dt="2026-09-18T04:00:37.027" v="2851" actId="14100"/>
          <ac:spMkLst>
            <pc:docMk/>
            <pc:sldMk cId="2216559642" sldId="271"/>
            <ac:spMk id="3" creationId="{3A708534-2382-DE6E-82BD-9CE992EDA7E4}"/>
          </ac:spMkLst>
        </pc:spChg>
        <pc:spChg chg="add mod">
          <ac:chgData name="rushikesh nayak" userId="335f63fe9b7688ce" providerId="LiveId" clId="{CBEC0FC1-7493-40C3-9D22-C412FCBEBCB3}" dt="2026-09-18T04:08:22.370" v="2981" actId="14100"/>
          <ac:spMkLst>
            <pc:docMk/>
            <pc:sldMk cId="2216559642" sldId="271"/>
            <ac:spMk id="4" creationId="{9A0ADCD0-3B17-FC97-6661-0BC2E0BE2ED7}"/>
          </ac:spMkLst>
        </pc:spChg>
        <pc:spChg chg="add mod">
          <ac:chgData name="rushikesh nayak" userId="335f63fe9b7688ce" providerId="LiveId" clId="{CBEC0FC1-7493-40C3-9D22-C412FCBEBCB3}" dt="2026-09-18T04:08:17.668" v="2978" actId="14100"/>
          <ac:spMkLst>
            <pc:docMk/>
            <pc:sldMk cId="2216559642" sldId="271"/>
            <ac:spMk id="6" creationId="{C8DFAD54-ECE3-553E-F5AD-E6378F1CBF15}"/>
          </ac:spMkLst>
        </pc:spChg>
        <pc:spChg chg="add mod">
          <ac:chgData name="rushikesh nayak" userId="335f63fe9b7688ce" providerId="LiveId" clId="{CBEC0FC1-7493-40C3-9D22-C412FCBEBCB3}" dt="2026-09-18T04:08:08.625" v="2975" actId="14100"/>
          <ac:spMkLst>
            <pc:docMk/>
            <pc:sldMk cId="2216559642" sldId="271"/>
            <ac:spMk id="8" creationId="{331668F4-3792-11EC-C373-356CA88E0B59}"/>
          </ac:spMkLst>
        </pc:spChg>
        <pc:spChg chg="add mod">
          <ac:chgData name="rushikesh nayak" userId="335f63fe9b7688ce" providerId="LiveId" clId="{CBEC0FC1-7493-40C3-9D22-C412FCBEBCB3}" dt="2026-09-18T04:07:46.193" v="2972" actId="14100"/>
          <ac:spMkLst>
            <pc:docMk/>
            <pc:sldMk cId="2216559642" sldId="271"/>
            <ac:spMk id="10" creationId="{202752A4-16A8-EB71-3B6C-59371D1A6DB9}"/>
          </ac:spMkLst>
        </pc:spChg>
        <pc:spChg chg="add mod">
          <ac:chgData name="rushikesh nayak" userId="335f63fe9b7688ce" providerId="LiveId" clId="{CBEC0FC1-7493-40C3-9D22-C412FCBEBCB3}" dt="2026-09-18T04:07:19.436" v="2969" actId="14100"/>
          <ac:spMkLst>
            <pc:docMk/>
            <pc:sldMk cId="2216559642" sldId="271"/>
            <ac:spMk id="12" creationId="{B03C3894-1EAD-CEA2-03FE-459CB5C58218}"/>
          </ac:spMkLst>
        </pc:spChg>
        <pc:spChg chg="add mod">
          <ac:chgData name="rushikesh nayak" userId="335f63fe9b7688ce" providerId="LiveId" clId="{CBEC0FC1-7493-40C3-9D22-C412FCBEBCB3}" dt="2026-09-18T04:07:13.845" v="2966" actId="14100"/>
          <ac:spMkLst>
            <pc:docMk/>
            <pc:sldMk cId="2216559642" sldId="271"/>
            <ac:spMk id="14" creationId="{3F97E316-53D8-5789-1E4B-15C1CF09EB99}"/>
          </ac:spMkLst>
        </pc:spChg>
        <pc:spChg chg="add mod">
          <ac:chgData name="rushikesh nayak" userId="335f63fe9b7688ce" providerId="LiveId" clId="{CBEC0FC1-7493-40C3-9D22-C412FCBEBCB3}" dt="2026-09-18T04:06:29.914" v="2950" actId="14100"/>
          <ac:spMkLst>
            <pc:docMk/>
            <pc:sldMk cId="2216559642" sldId="271"/>
            <ac:spMk id="16" creationId="{36B95766-4CF5-8E40-27DF-E063954C3D71}"/>
          </ac:spMkLst>
        </pc:spChg>
        <pc:spChg chg="add mod">
          <ac:chgData name="rushikesh nayak" userId="335f63fe9b7688ce" providerId="LiveId" clId="{CBEC0FC1-7493-40C3-9D22-C412FCBEBCB3}" dt="2026-09-18T04:06:15.775" v="2944" actId="14100"/>
          <ac:spMkLst>
            <pc:docMk/>
            <pc:sldMk cId="2216559642" sldId="271"/>
            <ac:spMk id="18" creationId="{17438D8E-D347-2B2D-8C98-5590A0906A4B}"/>
          </ac:spMkLst>
        </pc:spChg>
        <pc:spChg chg="add mod">
          <ac:chgData name="rushikesh nayak" userId="335f63fe9b7688ce" providerId="LiveId" clId="{CBEC0FC1-7493-40C3-9D22-C412FCBEBCB3}" dt="2026-09-18T04:06:43.720" v="2956" actId="14100"/>
          <ac:spMkLst>
            <pc:docMk/>
            <pc:sldMk cId="2216559642" sldId="271"/>
            <ac:spMk id="20" creationId="{64D428AC-CE8B-7A38-8DAE-0CC8E9EB4FE2}"/>
          </ac:spMkLst>
        </pc:spChg>
        <pc:spChg chg="add mod">
          <ac:chgData name="rushikesh nayak" userId="335f63fe9b7688ce" providerId="LiveId" clId="{CBEC0FC1-7493-40C3-9D22-C412FCBEBCB3}" dt="2026-09-18T04:06:38.854" v="2953" actId="14100"/>
          <ac:spMkLst>
            <pc:docMk/>
            <pc:sldMk cId="2216559642" sldId="271"/>
            <ac:spMk id="22" creationId="{BABEFB22-ACA4-0396-3E26-044701F5CC51}"/>
          </ac:spMkLst>
        </pc:spChg>
        <pc:spChg chg="add mod">
          <ac:chgData name="rushikesh nayak" userId="335f63fe9b7688ce" providerId="LiveId" clId="{CBEC0FC1-7493-40C3-9D22-C412FCBEBCB3}" dt="2026-09-18T04:06:22.437" v="2947" actId="14100"/>
          <ac:spMkLst>
            <pc:docMk/>
            <pc:sldMk cId="2216559642" sldId="271"/>
            <ac:spMk id="24" creationId="{CFDB74F8-26B6-39A7-2511-8ABDC2F7B1BB}"/>
          </ac:spMkLst>
        </pc:spChg>
        <pc:spChg chg="add mod">
          <ac:chgData name="rushikesh nayak" userId="335f63fe9b7688ce" providerId="LiveId" clId="{CBEC0FC1-7493-40C3-9D22-C412FCBEBCB3}" dt="2026-09-18T04:06:58.014" v="2962" actId="14100"/>
          <ac:spMkLst>
            <pc:docMk/>
            <pc:sldMk cId="2216559642" sldId="271"/>
            <ac:spMk id="26" creationId="{7FFB797B-4B33-0DAC-F421-3CE65D68501B}"/>
          </ac:spMkLst>
        </pc:spChg>
        <pc:spChg chg="add mod">
          <ac:chgData name="rushikesh nayak" userId="335f63fe9b7688ce" providerId="LiveId" clId="{CBEC0FC1-7493-40C3-9D22-C412FCBEBCB3}" dt="2026-09-18T04:06:52.146" v="2959" actId="14100"/>
          <ac:spMkLst>
            <pc:docMk/>
            <pc:sldMk cId="2216559642" sldId="271"/>
            <ac:spMk id="28" creationId="{F2AB3EBD-E5D8-8B8C-F0BA-387B340616C7}"/>
          </ac:spMkLst>
        </pc:spChg>
        <pc:spChg chg="add mod">
          <ac:chgData name="rushikesh nayak" userId="335f63fe9b7688ce" providerId="LiveId" clId="{CBEC0FC1-7493-40C3-9D22-C412FCBEBCB3}" dt="2026-09-18T04:10:18.126" v="3062" actId="113"/>
          <ac:spMkLst>
            <pc:docMk/>
            <pc:sldMk cId="2216559642" sldId="271"/>
            <ac:spMk id="99" creationId="{1EA4BDD7-6842-B2EA-060B-B40862A13B6E}"/>
          </ac:spMkLst>
        </pc:spChg>
        <pc:spChg chg="add mod">
          <ac:chgData name="rushikesh nayak" userId="335f63fe9b7688ce" providerId="LiveId" clId="{CBEC0FC1-7493-40C3-9D22-C412FCBEBCB3}" dt="2026-09-18T04:10:13.462" v="3061" actId="113"/>
          <ac:spMkLst>
            <pc:docMk/>
            <pc:sldMk cId="2216559642" sldId="271"/>
            <ac:spMk id="101" creationId="{BFC19C82-C2BE-CC63-2D58-250D3692DD05}"/>
          </ac:spMkLst>
        </pc:spChg>
        <pc:spChg chg="add mod">
          <ac:chgData name="rushikesh nayak" userId="335f63fe9b7688ce" providerId="LiveId" clId="{CBEC0FC1-7493-40C3-9D22-C412FCBEBCB3}" dt="2026-09-18T04:15:31.655" v="3159" actId="20577"/>
          <ac:spMkLst>
            <pc:docMk/>
            <pc:sldMk cId="2216559642" sldId="271"/>
            <ac:spMk id="102" creationId="{114DA890-E38A-FBCC-EE14-30501272EED0}"/>
          </ac:spMkLst>
        </pc:spChg>
        <pc:cxnChg chg="add mod">
          <ac:chgData name="rushikesh nayak" userId="335f63fe9b7688ce" providerId="LiveId" clId="{CBEC0FC1-7493-40C3-9D22-C412FCBEBCB3}" dt="2026-09-18T04:07:13.845" v="2966" actId="14100"/>
          <ac:cxnSpMkLst>
            <pc:docMk/>
            <pc:sldMk cId="2216559642" sldId="271"/>
            <ac:cxnSpMk id="30" creationId="{530B70FD-2DC3-5B30-F7E1-03473F5693F8}"/>
          </ac:cxnSpMkLst>
        </pc:cxnChg>
        <pc:cxnChg chg="add mod">
          <ac:chgData name="rushikesh nayak" userId="335f63fe9b7688ce" providerId="LiveId" clId="{CBEC0FC1-7493-40C3-9D22-C412FCBEBCB3}" dt="2026-09-18T04:07:19.436" v="2969" actId="14100"/>
          <ac:cxnSpMkLst>
            <pc:docMk/>
            <pc:sldMk cId="2216559642" sldId="271"/>
            <ac:cxnSpMk id="31" creationId="{FB1D2153-E34F-0660-2B5D-48A8B40BA987}"/>
          </ac:cxnSpMkLst>
        </pc:cxnChg>
        <pc:cxnChg chg="add mod">
          <ac:chgData name="rushikesh nayak" userId="335f63fe9b7688ce" providerId="LiveId" clId="{CBEC0FC1-7493-40C3-9D22-C412FCBEBCB3}" dt="2026-09-18T04:06:29.914" v="2950" actId="14100"/>
          <ac:cxnSpMkLst>
            <pc:docMk/>
            <pc:sldMk cId="2216559642" sldId="271"/>
            <ac:cxnSpMk id="32" creationId="{8F7A20B6-2956-9692-DB25-14243D138082}"/>
          </ac:cxnSpMkLst>
        </pc:cxnChg>
        <pc:cxnChg chg="add mod">
          <ac:chgData name="rushikesh nayak" userId="335f63fe9b7688ce" providerId="LiveId" clId="{CBEC0FC1-7493-40C3-9D22-C412FCBEBCB3}" dt="2026-09-18T04:06:22.437" v="2947" actId="14100"/>
          <ac:cxnSpMkLst>
            <pc:docMk/>
            <pc:sldMk cId="2216559642" sldId="271"/>
            <ac:cxnSpMk id="33" creationId="{45A98890-C2A8-E626-1FDB-83379AC14F90}"/>
          </ac:cxnSpMkLst>
        </pc:cxnChg>
        <pc:cxnChg chg="add mod">
          <ac:chgData name="rushikesh nayak" userId="335f63fe9b7688ce" providerId="LiveId" clId="{CBEC0FC1-7493-40C3-9D22-C412FCBEBCB3}" dt="2026-09-18T04:06:38.854" v="2953" actId="14100"/>
          <ac:cxnSpMkLst>
            <pc:docMk/>
            <pc:sldMk cId="2216559642" sldId="271"/>
            <ac:cxnSpMk id="34" creationId="{27CE67B0-F358-960D-A9C9-22B9333933FA}"/>
          </ac:cxnSpMkLst>
        </pc:cxnChg>
        <pc:cxnChg chg="add mod">
          <ac:chgData name="rushikesh nayak" userId="335f63fe9b7688ce" providerId="LiveId" clId="{CBEC0FC1-7493-40C3-9D22-C412FCBEBCB3}" dt="2026-09-18T04:06:43.720" v="2956" actId="14100"/>
          <ac:cxnSpMkLst>
            <pc:docMk/>
            <pc:sldMk cId="2216559642" sldId="271"/>
            <ac:cxnSpMk id="35" creationId="{6AEAEC83-02FA-4654-7FA9-57E48366A134}"/>
          </ac:cxnSpMkLst>
        </pc:cxnChg>
        <pc:cxnChg chg="add mod">
          <ac:chgData name="rushikesh nayak" userId="335f63fe9b7688ce" providerId="LiveId" clId="{CBEC0FC1-7493-40C3-9D22-C412FCBEBCB3}" dt="2026-09-18T04:08:08.625" v="2975" actId="14100"/>
          <ac:cxnSpMkLst>
            <pc:docMk/>
            <pc:sldMk cId="2216559642" sldId="271"/>
            <ac:cxnSpMk id="36" creationId="{47F04273-3AFB-6C5D-9851-8F8B078F3967}"/>
          </ac:cxnSpMkLst>
        </pc:cxnChg>
        <pc:cxnChg chg="add mod">
          <ac:chgData name="rushikesh nayak" userId="335f63fe9b7688ce" providerId="LiveId" clId="{CBEC0FC1-7493-40C3-9D22-C412FCBEBCB3}" dt="2026-09-18T04:06:58.014" v="2962" actId="14100"/>
          <ac:cxnSpMkLst>
            <pc:docMk/>
            <pc:sldMk cId="2216559642" sldId="271"/>
            <ac:cxnSpMk id="37" creationId="{72C49E90-505B-DBDB-0D99-10B4D6F9D8E6}"/>
          </ac:cxnSpMkLst>
        </pc:cxnChg>
        <pc:cxnChg chg="add mod">
          <ac:chgData name="rushikesh nayak" userId="335f63fe9b7688ce" providerId="LiveId" clId="{CBEC0FC1-7493-40C3-9D22-C412FCBEBCB3}" dt="2026-09-18T04:06:52.146" v="2959" actId="14100"/>
          <ac:cxnSpMkLst>
            <pc:docMk/>
            <pc:sldMk cId="2216559642" sldId="271"/>
            <ac:cxnSpMk id="38" creationId="{95459C76-E313-998C-B5E4-EE5B89D7F620}"/>
          </ac:cxnSpMkLst>
        </pc:cxnChg>
        <pc:cxnChg chg="add mod">
          <ac:chgData name="rushikesh nayak" userId="335f63fe9b7688ce" providerId="LiveId" clId="{CBEC0FC1-7493-40C3-9D22-C412FCBEBCB3}" dt="2026-09-18T04:08:17.668" v="2978" actId="14100"/>
          <ac:cxnSpMkLst>
            <pc:docMk/>
            <pc:sldMk cId="2216559642" sldId="271"/>
            <ac:cxnSpMk id="57" creationId="{B590BE15-35CA-EF1C-7F43-A9D9AFE7762C}"/>
          </ac:cxnSpMkLst>
        </pc:cxnChg>
        <pc:cxnChg chg="add mod">
          <ac:chgData name="rushikesh nayak" userId="335f63fe9b7688ce" providerId="LiveId" clId="{CBEC0FC1-7493-40C3-9D22-C412FCBEBCB3}" dt="2026-09-18T04:08:22.370" v="2981" actId="14100"/>
          <ac:cxnSpMkLst>
            <pc:docMk/>
            <pc:sldMk cId="2216559642" sldId="271"/>
            <ac:cxnSpMk id="58" creationId="{B08A9D1A-528C-15DF-1DD2-C8F06F82C4BA}"/>
          </ac:cxnSpMkLst>
        </pc:cxnChg>
        <pc:cxnChg chg="add mod">
          <ac:chgData name="rushikesh nayak" userId="335f63fe9b7688ce" providerId="LiveId" clId="{CBEC0FC1-7493-40C3-9D22-C412FCBEBCB3}" dt="2026-09-18T04:07:46.193" v="2972" actId="14100"/>
          <ac:cxnSpMkLst>
            <pc:docMk/>
            <pc:sldMk cId="2216559642" sldId="271"/>
            <ac:cxnSpMk id="59" creationId="{DFE8863C-67A5-CC5E-68D3-382AB3F9D5CD}"/>
          </ac:cxnSpMkLst>
        </pc:cxnChg>
      </pc:sldChg>
      <pc:sldChg chg="delSp modSp new mod">
        <pc:chgData name="rushikesh nayak" userId="335f63fe9b7688ce" providerId="LiveId" clId="{CBEC0FC1-7493-40C3-9D22-C412FCBEBCB3}" dt="2026-09-18T04:16:43.341" v="3171" actId="255"/>
        <pc:sldMkLst>
          <pc:docMk/>
          <pc:sldMk cId="2019954109" sldId="272"/>
        </pc:sldMkLst>
        <pc:spChg chg="mod">
          <ac:chgData name="rushikesh nayak" userId="335f63fe9b7688ce" providerId="LiveId" clId="{CBEC0FC1-7493-40C3-9D22-C412FCBEBCB3}" dt="2026-09-18T04:16:43.341" v="3171" actId="255"/>
          <ac:spMkLst>
            <pc:docMk/>
            <pc:sldMk cId="2019954109" sldId="272"/>
            <ac:spMk id="3" creationId="{632EBA01-777B-B53E-6D52-9F303A041F8A}"/>
          </ac:spMkLst>
        </pc:spChg>
      </pc:sldChg>
      <pc:sldChg chg="addSp delSp modSp new mod">
        <pc:chgData name="rushikesh nayak" userId="335f63fe9b7688ce" providerId="LiveId" clId="{CBEC0FC1-7493-40C3-9D22-C412FCBEBCB3}" dt="2026-09-18T04:33:56.038" v="3418"/>
        <pc:sldMkLst>
          <pc:docMk/>
          <pc:sldMk cId="2691074628" sldId="273"/>
        </pc:sldMkLst>
        <pc:spChg chg="mod">
          <ac:chgData name="rushikesh nayak" userId="335f63fe9b7688ce" providerId="LiveId" clId="{CBEC0FC1-7493-40C3-9D22-C412FCBEBCB3}" dt="2026-09-18T04:19:01.925" v="3180" actId="113"/>
          <ac:spMkLst>
            <pc:docMk/>
            <pc:sldMk cId="2691074628" sldId="273"/>
            <ac:spMk id="2" creationId="{4801F438-03FD-387D-2B02-5398A54360A5}"/>
          </ac:spMkLst>
        </pc:spChg>
        <pc:spChg chg="mod">
          <ac:chgData name="rushikesh nayak" userId="335f63fe9b7688ce" providerId="LiveId" clId="{CBEC0FC1-7493-40C3-9D22-C412FCBEBCB3}" dt="2026-09-18T04:32:02.055" v="3375" actId="14100"/>
          <ac:spMkLst>
            <pc:docMk/>
            <pc:sldMk cId="2691074628" sldId="273"/>
            <ac:spMk id="3" creationId="{8EB16B52-1608-6D8B-554F-227FB59227E8}"/>
          </ac:spMkLst>
        </pc:spChg>
        <pc:spChg chg="add mod">
          <ac:chgData name="rushikesh nayak" userId="335f63fe9b7688ce" providerId="LiveId" clId="{CBEC0FC1-7493-40C3-9D22-C412FCBEBCB3}" dt="2026-09-18T04:23:21.131" v="3232" actId="14100"/>
          <ac:spMkLst>
            <pc:docMk/>
            <pc:sldMk cId="2691074628" sldId="273"/>
            <ac:spMk id="4" creationId="{16198FE7-00DF-C93D-ECA0-301D24E74EAD}"/>
          </ac:spMkLst>
        </pc:spChg>
        <pc:spChg chg="add mod">
          <ac:chgData name="rushikesh nayak" userId="335f63fe9b7688ce" providerId="LiveId" clId="{CBEC0FC1-7493-40C3-9D22-C412FCBEBCB3}" dt="2026-09-18T04:23:34.239" v="3236" actId="14100"/>
          <ac:spMkLst>
            <pc:docMk/>
            <pc:sldMk cId="2691074628" sldId="273"/>
            <ac:spMk id="6" creationId="{774F3A51-0BAD-3013-0F6C-45D300A46B01}"/>
          </ac:spMkLst>
        </pc:spChg>
        <pc:spChg chg="add mod">
          <ac:chgData name="rushikesh nayak" userId="335f63fe9b7688ce" providerId="LiveId" clId="{CBEC0FC1-7493-40C3-9D22-C412FCBEBCB3}" dt="2026-09-18T04:27:02.836" v="3297" actId="1076"/>
          <ac:spMkLst>
            <pc:docMk/>
            <pc:sldMk cId="2691074628" sldId="273"/>
            <ac:spMk id="8" creationId="{722638ED-6F69-AE00-4151-28AE4EEBE75A}"/>
          </ac:spMkLst>
        </pc:spChg>
        <pc:spChg chg="add mod">
          <ac:chgData name="rushikesh nayak" userId="335f63fe9b7688ce" providerId="LiveId" clId="{CBEC0FC1-7493-40C3-9D22-C412FCBEBCB3}" dt="2026-09-18T04:23:43.449" v="3239" actId="14100"/>
          <ac:spMkLst>
            <pc:docMk/>
            <pc:sldMk cId="2691074628" sldId="273"/>
            <ac:spMk id="10" creationId="{2DD715C3-7515-A12C-637F-EC60EBA10913}"/>
          </ac:spMkLst>
        </pc:spChg>
        <pc:spChg chg="add mod">
          <ac:chgData name="rushikesh nayak" userId="335f63fe9b7688ce" providerId="LiveId" clId="{CBEC0FC1-7493-40C3-9D22-C412FCBEBCB3}" dt="2026-09-18T04:23:49.972" v="3242" actId="14100"/>
          <ac:spMkLst>
            <pc:docMk/>
            <pc:sldMk cId="2691074628" sldId="273"/>
            <ac:spMk id="12" creationId="{B5A6ACD5-62EA-D42D-4C56-3E38FE68F02C}"/>
          </ac:spMkLst>
        </pc:spChg>
        <pc:spChg chg="add mod">
          <ac:chgData name="rushikesh nayak" userId="335f63fe9b7688ce" providerId="LiveId" clId="{CBEC0FC1-7493-40C3-9D22-C412FCBEBCB3}" dt="2026-09-18T04:25:16.603" v="3269" actId="14100"/>
          <ac:spMkLst>
            <pc:docMk/>
            <pc:sldMk cId="2691074628" sldId="273"/>
            <ac:spMk id="14" creationId="{61A5EF02-B435-4E52-CCD4-8DD129E16817}"/>
          </ac:spMkLst>
        </pc:spChg>
        <pc:spChg chg="add mod">
          <ac:chgData name="rushikesh nayak" userId="335f63fe9b7688ce" providerId="LiveId" clId="{CBEC0FC1-7493-40C3-9D22-C412FCBEBCB3}" dt="2026-09-18T04:25:13.339" v="3268" actId="14100"/>
          <ac:spMkLst>
            <pc:docMk/>
            <pc:sldMk cId="2691074628" sldId="273"/>
            <ac:spMk id="16" creationId="{8056C939-D2BE-76F3-48F0-7D9BB39789C1}"/>
          </ac:spMkLst>
        </pc:spChg>
        <pc:spChg chg="add mod">
          <ac:chgData name="rushikesh nayak" userId="335f63fe9b7688ce" providerId="LiveId" clId="{CBEC0FC1-7493-40C3-9D22-C412FCBEBCB3}" dt="2026-09-18T04:25:10.294" v="3267" actId="14100"/>
          <ac:spMkLst>
            <pc:docMk/>
            <pc:sldMk cId="2691074628" sldId="273"/>
            <ac:spMk id="18" creationId="{A79B70CF-60C1-282A-CF6F-B96450EF3AFA}"/>
          </ac:spMkLst>
        </pc:spChg>
        <pc:spChg chg="add mod">
          <ac:chgData name="rushikesh nayak" userId="335f63fe9b7688ce" providerId="LiveId" clId="{CBEC0FC1-7493-40C3-9D22-C412FCBEBCB3}" dt="2026-09-18T04:25:06.440" v="3266" actId="14100"/>
          <ac:spMkLst>
            <pc:docMk/>
            <pc:sldMk cId="2691074628" sldId="273"/>
            <ac:spMk id="20" creationId="{AE863A4E-B6FA-65BF-485F-0A72FC789881}"/>
          </ac:spMkLst>
        </pc:spChg>
        <pc:spChg chg="add mod">
          <ac:chgData name="rushikesh nayak" userId="335f63fe9b7688ce" providerId="LiveId" clId="{CBEC0FC1-7493-40C3-9D22-C412FCBEBCB3}" dt="2026-09-18T04:25:19.869" v="3270" actId="14100"/>
          <ac:spMkLst>
            <pc:docMk/>
            <pc:sldMk cId="2691074628" sldId="273"/>
            <ac:spMk id="22" creationId="{80612808-80E7-CC07-038E-A97870440ECE}"/>
          </ac:spMkLst>
        </pc:spChg>
        <pc:spChg chg="add mod">
          <ac:chgData name="rushikesh nayak" userId="335f63fe9b7688ce" providerId="LiveId" clId="{CBEC0FC1-7493-40C3-9D22-C412FCBEBCB3}" dt="2026-09-18T04:25:03.445" v="3265" actId="14100"/>
          <ac:spMkLst>
            <pc:docMk/>
            <pc:sldMk cId="2691074628" sldId="273"/>
            <ac:spMk id="24" creationId="{F6B01209-D188-E9CD-DA65-446CCB37A306}"/>
          </ac:spMkLst>
        </pc:spChg>
        <pc:spChg chg="add mod">
          <ac:chgData name="rushikesh nayak" userId="335f63fe9b7688ce" providerId="LiveId" clId="{CBEC0FC1-7493-40C3-9D22-C412FCBEBCB3}" dt="2026-09-18T04:24:09.098" v="3249" actId="14100"/>
          <ac:spMkLst>
            <pc:docMk/>
            <pc:sldMk cId="2691074628" sldId="273"/>
            <ac:spMk id="26" creationId="{E57F040B-885E-483E-5681-9494986C15AA}"/>
          </ac:spMkLst>
        </pc:spChg>
        <pc:spChg chg="add mod">
          <ac:chgData name="rushikesh nayak" userId="335f63fe9b7688ce" providerId="LiveId" clId="{CBEC0FC1-7493-40C3-9D22-C412FCBEBCB3}" dt="2026-09-18T04:24:01.980" v="3246" actId="14100"/>
          <ac:spMkLst>
            <pc:docMk/>
            <pc:sldMk cId="2691074628" sldId="273"/>
            <ac:spMk id="28" creationId="{5831010E-E472-0EA8-DF69-D5B3C3C14F20}"/>
          </ac:spMkLst>
        </pc:spChg>
        <pc:spChg chg="add mod">
          <ac:chgData name="rushikesh nayak" userId="335f63fe9b7688ce" providerId="LiveId" clId="{CBEC0FC1-7493-40C3-9D22-C412FCBEBCB3}" dt="2026-09-18T04:30:46.874" v="3355" actId="20577"/>
          <ac:spMkLst>
            <pc:docMk/>
            <pc:sldMk cId="2691074628" sldId="273"/>
            <ac:spMk id="68" creationId="{440FA9FE-A480-CE96-DE25-40FEE375CDC3}"/>
          </ac:spMkLst>
        </pc:spChg>
        <pc:spChg chg="add mod">
          <ac:chgData name="rushikesh nayak" userId="335f63fe9b7688ce" providerId="LiveId" clId="{CBEC0FC1-7493-40C3-9D22-C412FCBEBCB3}" dt="2026-09-18T04:30:39.651" v="3353" actId="20577"/>
          <ac:spMkLst>
            <pc:docMk/>
            <pc:sldMk cId="2691074628" sldId="273"/>
            <ac:spMk id="70" creationId="{83E7C87D-BFC2-29C9-1031-D0EFD8560C1A}"/>
          </ac:spMkLst>
        </pc:spChg>
        <pc:spChg chg="add mod">
          <ac:chgData name="rushikesh nayak" userId="335f63fe9b7688ce" providerId="LiveId" clId="{CBEC0FC1-7493-40C3-9D22-C412FCBEBCB3}" dt="2026-09-18T04:30:49.446" v="3356" actId="20577"/>
          <ac:spMkLst>
            <pc:docMk/>
            <pc:sldMk cId="2691074628" sldId="273"/>
            <ac:spMk id="72" creationId="{67FFE209-676E-3300-D44E-82E74CCE6478}"/>
          </ac:spMkLst>
        </pc:spChg>
        <pc:spChg chg="add mod">
          <ac:chgData name="rushikesh nayak" userId="335f63fe9b7688ce" providerId="LiveId" clId="{CBEC0FC1-7493-40C3-9D22-C412FCBEBCB3}" dt="2026-09-18T04:30:42.622" v="3354" actId="20577"/>
          <ac:spMkLst>
            <pc:docMk/>
            <pc:sldMk cId="2691074628" sldId="273"/>
            <ac:spMk id="74" creationId="{F2321283-0CC1-1DD1-3E0F-67715A7FF27A}"/>
          </ac:spMkLst>
        </pc:spChg>
        <pc:spChg chg="add mod">
          <ac:chgData name="rushikesh nayak" userId="335f63fe9b7688ce" providerId="LiveId" clId="{CBEC0FC1-7493-40C3-9D22-C412FCBEBCB3}" dt="2026-09-18T04:30:52.163" v="3357" actId="20577"/>
          <ac:spMkLst>
            <pc:docMk/>
            <pc:sldMk cId="2691074628" sldId="273"/>
            <ac:spMk id="76" creationId="{0CC54253-1663-01F1-57C2-E202E0CBDAE2}"/>
          </ac:spMkLst>
        </pc:spChg>
        <pc:spChg chg="add mod">
          <ac:chgData name="rushikesh nayak" userId="335f63fe9b7688ce" providerId="LiveId" clId="{CBEC0FC1-7493-40C3-9D22-C412FCBEBCB3}" dt="2026-09-18T04:31:21.044" v="3365" actId="14100"/>
          <ac:spMkLst>
            <pc:docMk/>
            <pc:sldMk cId="2691074628" sldId="273"/>
            <ac:spMk id="78" creationId="{67DDCA65-02E8-2B96-22E4-834851497192}"/>
          </ac:spMkLst>
        </pc:spChg>
        <pc:spChg chg="add mod">
          <ac:chgData name="rushikesh nayak" userId="335f63fe9b7688ce" providerId="LiveId" clId="{CBEC0FC1-7493-40C3-9D22-C412FCBEBCB3}" dt="2026-09-18T04:31:10.884" v="3361" actId="20577"/>
          <ac:spMkLst>
            <pc:docMk/>
            <pc:sldMk cId="2691074628" sldId="273"/>
            <ac:spMk id="80" creationId="{01993EEE-68D1-E68B-5D11-374FF7D6906F}"/>
          </ac:spMkLst>
        </pc:spChg>
        <pc:spChg chg="add mod">
          <ac:chgData name="rushikesh nayak" userId="335f63fe9b7688ce" providerId="LiveId" clId="{CBEC0FC1-7493-40C3-9D22-C412FCBEBCB3}" dt="2026-09-18T04:31:02.311" v="3359" actId="20577"/>
          <ac:spMkLst>
            <pc:docMk/>
            <pc:sldMk cId="2691074628" sldId="273"/>
            <ac:spMk id="82" creationId="{52B67C2E-F460-88FB-A039-293FB2974EB1}"/>
          </ac:spMkLst>
        </pc:spChg>
        <pc:spChg chg="add mod">
          <ac:chgData name="rushikesh nayak" userId="335f63fe9b7688ce" providerId="LiveId" clId="{CBEC0FC1-7493-40C3-9D22-C412FCBEBCB3}" dt="2026-09-18T04:30:59.583" v="3358" actId="20577"/>
          <ac:spMkLst>
            <pc:docMk/>
            <pc:sldMk cId="2691074628" sldId="273"/>
            <ac:spMk id="84" creationId="{A36F9B0D-D1A1-91C5-7258-79064C288948}"/>
          </ac:spMkLst>
        </pc:spChg>
        <pc:spChg chg="add mod">
          <ac:chgData name="rushikesh nayak" userId="335f63fe9b7688ce" providerId="LiveId" clId="{CBEC0FC1-7493-40C3-9D22-C412FCBEBCB3}" dt="2026-09-18T04:31:04.938" v="3360" actId="20577"/>
          <ac:spMkLst>
            <pc:docMk/>
            <pc:sldMk cId="2691074628" sldId="273"/>
            <ac:spMk id="86" creationId="{2A51E7E1-E2DD-015A-8567-0BD78E9ED190}"/>
          </ac:spMkLst>
        </pc:spChg>
        <pc:spChg chg="add mod">
          <ac:chgData name="rushikesh nayak" userId="335f63fe9b7688ce" providerId="LiveId" clId="{CBEC0FC1-7493-40C3-9D22-C412FCBEBCB3}" dt="2026-09-18T04:31:28.102" v="3368" actId="14100"/>
          <ac:spMkLst>
            <pc:docMk/>
            <pc:sldMk cId="2691074628" sldId="273"/>
            <ac:spMk id="88" creationId="{BC7752C7-74AC-8A0A-C030-EDF3F6F95B80}"/>
          </ac:spMkLst>
        </pc:spChg>
        <pc:spChg chg="add mod">
          <ac:chgData name="rushikesh nayak" userId="335f63fe9b7688ce" providerId="LiveId" clId="{CBEC0FC1-7493-40C3-9D22-C412FCBEBCB3}" dt="2026-09-18T04:31:32.976" v="3371" actId="14100"/>
          <ac:spMkLst>
            <pc:docMk/>
            <pc:sldMk cId="2691074628" sldId="273"/>
            <ac:spMk id="90" creationId="{00698D61-4681-B78B-89D1-3C7B5707FCC8}"/>
          </ac:spMkLst>
        </pc:spChg>
        <pc:spChg chg="add mod">
          <ac:chgData name="rushikesh nayak" userId="335f63fe9b7688ce" providerId="LiveId" clId="{CBEC0FC1-7493-40C3-9D22-C412FCBEBCB3}" dt="2026-09-18T04:31:38.129" v="3374" actId="14100"/>
          <ac:spMkLst>
            <pc:docMk/>
            <pc:sldMk cId="2691074628" sldId="273"/>
            <ac:spMk id="92" creationId="{2460E3A5-2470-2C22-6C36-F21FE7A297F6}"/>
          </ac:spMkLst>
        </pc:spChg>
        <pc:spChg chg="add mod">
          <ac:chgData name="rushikesh nayak" userId="335f63fe9b7688ce" providerId="LiveId" clId="{CBEC0FC1-7493-40C3-9D22-C412FCBEBCB3}" dt="2026-09-18T04:33:19.222" v="3416" actId="1076"/>
          <ac:spMkLst>
            <pc:docMk/>
            <pc:sldMk cId="2691074628" sldId="273"/>
            <ac:spMk id="93" creationId="{49ACCAB5-8E99-94A0-D28C-A293777AC2C6}"/>
          </ac:spMkLst>
        </pc:spChg>
        <pc:cxnChg chg="add mod">
          <ac:chgData name="rushikesh nayak" userId="335f63fe9b7688ce" providerId="LiveId" clId="{CBEC0FC1-7493-40C3-9D22-C412FCBEBCB3}" dt="2026-09-18T04:28:16.596" v="3323" actId="14100"/>
          <ac:cxnSpMkLst>
            <pc:docMk/>
            <pc:sldMk cId="2691074628" sldId="273"/>
            <ac:cxnSpMk id="30" creationId="{76F2911C-D0EC-CA3F-986D-C28C8A7D70C3}"/>
          </ac:cxnSpMkLst>
        </pc:cxnChg>
        <pc:cxnChg chg="add mod">
          <ac:chgData name="rushikesh nayak" userId="335f63fe9b7688ce" providerId="LiveId" clId="{CBEC0FC1-7493-40C3-9D22-C412FCBEBCB3}" dt="2026-09-18T04:27:27.119" v="3302" actId="14100"/>
          <ac:cxnSpMkLst>
            <pc:docMk/>
            <pc:sldMk cId="2691074628" sldId="273"/>
            <ac:cxnSpMk id="31" creationId="{E84FA6E2-F20A-5A03-8212-F5D8D3ACE8AF}"/>
          </ac:cxnSpMkLst>
        </pc:cxnChg>
        <pc:cxnChg chg="add mod">
          <ac:chgData name="rushikesh nayak" userId="335f63fe9b7688ce" providerId="LiveId" clId="{CBEC0FC1-7493-40C3-9D22-C412FCBEBCB3}" dt="2026-09-18T04:26:41.657" v="3294" actId="14100"/>
          <ac:cxnSpMkLst>
            <pc:docMk/>
            <pc:sldMk cId="2691074628" sldId="273"/>
            <ac:cxnSpMk id="32" creationId="{B7EDB015-8074-5DAA-ECC9-5A3C39FA5159}"/>
          </ac:cxnSpMkLst>
        </pc:cxnChg>
        <pc:cxnChg chg="add mod">
          <ac:chgData name="rushikesh nayak" userId="335f63fe9b7688ce" providerId="LiveId" clId="{CBEC0FC1-7493-40C3-9D22-C412FCBEBCB3}" dt="2026-09-18T04:27:10.383" v="3299" actId="14100"/>
          <ac:cxnSpMkLst>
            <pc:docMk/>
            <pc:sldMk cId="2691074628" sldId="273"/>
            <ac:cxnSpMk id="33" creationId="{1FF17FDF-9ABC-A8BA-447C-C387C4393DC1}"/>
          </ac:cxnSpMkLst>
        </pc:cxnChg>
        <pc:cxnChg chg="add mod">
          <ac:chgData name="rushikesh nayak" userId="335f63fe9b7688ce" providerId="LiveId" clId="{CBEC0FC1-7493-40C3-9D22-C412FCBEBCB3}" dt="2026-09-18T04:26:31.946" v="3290" actId="14100"/>
          <ac:cxnSpMkLst>
            <pc:docMk/>
            <pc:sldMk cId="2691074628" sldId="273"/>
            <ac:cxnSpMk id="34" creationId="{5E182256-4A51-101F-24B8-1A56361AD9E8}"/>
          </ac:cxnSpMkLst>
        </pc:cxnChg>
        <pc:cxnChg chg="add mod">
          <ac:chgData name="rushikesh nayak" userId="335f63fe9b7688ce" providerId="LiveId" clId="{CBEC0FC1-7493-40C3-9D22-C412FCBEBCB3}" dt="2026-09-18T04:26:11.455" v="3284" actId="14100"/>
          <ac:cxnSpMkLst>
            <pc:docMk/>
            <pc:sldMk cId="2691074628" sldId="273"/>
            <ac:cxnSpMk id="35" creationId="{353F21EF-EC67-063A-D556-C81C7C0A684E}"/>
          </ac:cxnSpMkLst>
        </pc:cxnChg>
        <pc:cxnChg chg="add mod">
          <ac:chgData name="rushikesh nayak" userId="335f63fe9b7688ce" providerId="LiveId" clId="{CBEC0FC1-7493-40C3-9D22-C412FCBEBCB3}" dt="2026-09-18T04:26:22.164" v="3287" actId="14100"/>
          <ac:cxnSpMkLst>
            <pc:docMk/>
            <pc:sldMk cId="2691074628" sldId="273"/>
            <ac:cxnSpMk id="36" creationId="{36FE119E-10E1-5EDB-92B8-C2AF96209190}"/>
          </ac:cxnSpMkLst>
        </pc:cxnChg>
        <pc:cxnChg chg="add mod">
          <ac:chgData name="rushikesh nayak" userId="335f63fe9b7688ce" providerId="LiveId" clId="{CBEC0FC1-7493-40C3-9D22-C412FCBEBCB3}" dt="2026-09-18T04:26:03.116" v="3281" actId="14100"/>
          <ac:cxnSpMkLst>
            <pc:docMk/>
            <pc:sldMk cId="2691074628" sldId="273"/>
            <ac:cxnSpMk id="37" creationId="{B171E437-6484-347D-B4E6-154AF93C31BB}"/>
          </ac:cxnSpMkLst>
        </pc:cxnChg>
        <pc:cxnChg chg="add mod">
          <ac:chgData name="rushikesh nayak" userId="335f63fe9b7688ce" providerId="LiveId" clId="{CBEC0FC1-7493-40C3-9D22-C412FCBEBCB3}" dt="2026-09-18T04:27:56.512" v="3315" actId="14100"/>
          <ac:cxnSpMkLst>
            <pc:docMk/>
            <pc:sldMk cId="2691074628" sldId="273"/>
            <ac:cxnSpMk id="54" creationId="{6E8243C5-09FE-E3F2-9AB7-BA95EB458631}"/>
          </ac:cxnSpMkLst>
        </pc:cxnChg>
        <pc:cxnChg chg="add mod">
          <ac:chgData name="rushikesh nayak" userId="335f63fe9b7688ce" providerId="LiveId" clId="{CBEC0FC1-7493-40C3-9D22-C412FCBEBCB3}" dt="2026-09-18T04:27:48.498" v="3312" actId="14100"/>
          <ac:cxnSpMkLst>
            <pc:docMk/>
            <pc:sldMk cId="2691074628" sldId="273"/>
            <ac:cxnSpMk id="55" creationId="{CE4CA67E-D426-6624-8D86-5FA065A71A1C}"/>
          </ac:cxnSpMkLst>
        </pc:cxnChg>
        <pc:cxnChg chg="add mod">
          <ac:chgData name="rushikesh nayak" userId="335f63fe9b7688ce" providerId="LiveId" clId="{CBEC0FC1-7493-40C3-9D22-C412FCBEBCB3}" dt="2026-09-18T04:27:40.088" v="3309" actId="14100"/>
          <ac:cxnSpMkLst>
            <pc:docMk/>
            <pc:sldMk cId="2691074628" sldId="273"/>
            <ac:cxnSpMk id="56" creationId="{17F67E08-F173-0F20-C9AD-B7E163A31CF5}"/>
          </ac:cxnSpMkLst>
        </pc:cxnChg>
        <pc:cxnChg chg="add mod">
          <ac:chgData name="rushikesh nayak" userId="335f63fe9b7688ce" providerId="LiveId" clId="{CBEC0FC1-7493-40C3-9D22-C412FCBEBCB3}" dt="2026-09-18T04:28:08.249" v="3320" actId="14100"/>
          <ac:cxnSpMkLst>
            <pc:docMk/>
            <pc:sldMk cId="2691074628" sldId="273"/>
            <ac:cxnSpMk id="63" creationId="{87FC678B-B4E1-F02E-C7AC-0794ED5D784F}"/>
          </ac:cxnSpMkLst>
        </pc:cxnChg>
      </pc:sldChg>
      <pc:sldChg chg="delSp modSp new mod">
        <pc:chgData name="rushikesh nayak" userId="335f63fe9b7688ce" providerId="LiveId" clId="{CBEC0FC1-7493-40C3-9D22-C412FCBEBCB3}" dt="2026-09-18T04:34:08.327" v="3423" actId="5793"/>
        <pc:sldMkLst>
          <pc:docMk/>
          <pc:sldMk cId="170489517" sldId="274"/>
        </pc:sldMkLst>
        <pc:spChg chg="mod">
          <ac:chgData name="rushikesh nayak" userId="335f63fe9b7688ce" providerId="LiveId" clId="{CBEC0FC1-7493-40C3-9D22-C412FCBEBCB3}" dt="2026-09-18T04:34:08.327" v="3423" actId="5793"/>
          <ac:spMkLst>
            <pc:docMk/>
            <pc:sldMk cId="170489517" sldId="274"/>
            <ac:spMk id="3" creationId="{5EDC7436-DFE6-10D9-8963-AB97D417720E}"/>
          </ac:spMkLst>
        </pc:spChg>
      </pc:sldChg>
      <pc:sldChg chg="addSp modSp new">
        <pc:chgData name="rushikesh nayak" userId="335f63fe9b7688ce" providerId="LiveId" clId="{CBEC0FC1-7493-40C3-9D22-C412FCBEBCB3}" dt="2026-09-22T19:32:06.054" v="3453" actId="14100"/>
        <pc:sldMkLst>
          <pc:docMk/>
          <pc:sldMk cId="823820843" sldId="275"/>
        </pc:sldMkLst>
        <pc:graphicFrameChg chg="add mod">
          <ac:chgData name="rushikesh nayak" userId="335f63fe9b7688ce" providerId="LiveId" clId="{CBEC0FC1-7493-40C3-9D22-C412FCBEBCB3}" dt="2026-09-22T19:32:06.054" v="3453" actId="14100"/>
          <ac:graphicFrameMkLst>
            <pc:docMk/>
            <pc:sldMk cId="823820843" sldId="275"/>
            <ac:graphicFrameMk id="2" creationId="{9B3D6467-D34B-2699-E902-7F8AC9CB9327}"/>
          </ac:graphicFrameMkLst>
        </pc:graphicFrame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788F9175-F5D8-404C-8EEF-D1A8F7A04ABF}" type="datetimeFigureOut">
              <a:rPr lang="en-US" smtClean="0"/>
              <a:t>9/22/2026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71BA1A8-367F-4CBC-A093-65AF4EE89CF8}" type="slidenum">
              <a:rPr lang="en-US" smtClean="0"/>
              <a:t>‹#›</a:t>
            </a:fld>
            <a:endParaRPr lang="en-US"/>
          </a:p>
        </p:txBody>
      </p:sp>
    </p:spTree>
    <p:extLst>
      <p:ext uri="{BB962C8B-B14F-4D97-AF65-F5344CB8AC3E}">
        <p14:creationId xmlns:p14="http://schemas.microsoft.com/office/powerpoint/2010/main" val="338981861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A71BA1A8-367F-4CBC-A093-65AF4EE89CF8}" type="slidenum">
              <a:rPr lang="en-US" smtClean="0"/>
              <a:t>4</a:t>
            </a:fld>
            <a:endParaRPr lang="en-US"/>
          </a:p>
        </p:txBody>
      </p:sp>
    </p:spTree>
    <p:extLst>
      <p:ext uri="{BB962C8B-B14F-4D97-AF65-F5344CB8AC3E}">
        <p14:creationId xmlns:p14="http://schemas.microsoft.com/office/powerpoint/2010/main" val="196012487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755D93F-0BAA-FF7B-B363-A8BED6A65723}"/>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5DFFB174-8A66-1188-CFB3-B8ED3A65D3A5}"/>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F9282608-323A-541B-07B3-7897CFD05606}"/>
              </a:ext>
            </a:extLst>
          </p:cNvPr>
          <p:cNvSpPr>
            <a:spLocks noGrp="1"/>
          </p:cNvSpPr>
          <p:nvPr>
            <p:ph type="dt" sz="half" idx="10"/>
          </p:nvPr>
        </p:nvSpPr>
        <p:spPr/>
        <p:txBody>
          <a:bodyPr/>
          <a:lstStyle/>
          <a:p>
            <a:fld id="{8563AFE5-CC67-47E9-B655-C199BDA26218}" type="datetimeFigureOut">
              <a:rPr lang="en-US" smtClean="0"/>
              <a:t>9/22/2026</a:t>
            </a:fld>
            <a:endParaRPr lang="en-US"/>
          </a:p>
        </p:txBody>
      </p:sp>
      <p:sp>
        <p:nvSpPr>
          <p:cNvPr id="5" name="Footer Placeholder 4">
            <a:extLst>
              <a:ext uri="{FF2B5EF4-FFF2-40B4-BE49-F238E27FC236}">
                <a16:creationId xmlns:a16="http://schemas.microsoft.com/office/drawing/2014/main" id="{89BF6125-532B-ABD3-6696-947FC19AE7C1}"/>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620ABA9D-8739-33F6-6360-5C10D099073B}"/>
              </a:ext>
            </a:extLst>
          </p:cNvPr>
          <p:cNvSpPr>
            <a:spLocks noGrp="1"/>
          </p:cNvSpPr>
          <p:nvPr>
            <p:ph type="sldNum" sz="quarter" idx="12"/>
          </p:nvPr>
        </p:nvSpPr>
        <p:spPr/>
        <p:txBody>
          <a:bodyPr/>
          <a:lstStyle/>
          <a:p>
            <a:fld id="{998DD252-1A94-4205-825B-3D1BF7F26CB8}" type="slidenum">
              <a:rPr lang="en-US" smtClean="0"/>
              <a:t>‹#›</a:t>
            </a:fld>
            <a:endParaRPr lang="en-US"/>
          </a:p>
        </p:txBody>
      </p:sp>
    </p:spTree>
    <p:extLst>
      <p:ext uri="{BB962C8B-B14F-4D97-AF65-F5344CB8AC3E}">
        <p14:creationId xmlns:p14="http://schemas.microsoft.com/office/powerpoint/2010/main" val="159555680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9159B64-F837-E7BA-2BC4-6336CEC6F484}"/>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F8B629A3-3BC1-25BA-ACFF-A9D7C972C375}"/>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FBE3479E-7710-054C-2FB1-DB6B9746F592}"/>
              </a:ext>
            </a:extLst>
          </p:cNvPr>
          <p:cNvSpPr>
            <a:spLocks noGrp="1"/>
          </p:cNvSpPr>
          <p:nvPr>
            <p:ph type="dt" sz="half" idx="10"/>
          </p:nvPr>
        </p:nvSpPr>
        <p:spPr/>
        <p:txBody>
          <a:bodyPr/>
          <a:lstStyle/>
          <a:p>
            <a:fld id="{8563AFE5-CC67-47E9-B655-C199BDA26218}" type="datetimeFigureOut">
              <a:rPr lang="en-US" smtClean="0"/>
              <a:t>9/22/2026</a:t>
            </a:fld>
            <a:endParaRPr lang="en-US"/>
          </a:p>
        </p:txBody>
      </p:sp>
      <p:sp>
        <p:nvSpPr>
          <p:cNvPr id="5" name="Footer Placeholder 4">
            <a:extLst>
              <a:ext uri="{FF2B5EF4-FFF2-40B4-BE49-F238E27FC236}">
                <a16:creationId xmlns:a16="http://schemas.microsoft.com/office/drawing/2014/main" id="{F60A594C-B1BB-0590-3678-19ADB1FF63C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C0B6FFD-588F-6C08-1A34-9E41BB677D17}"/>
              </a:ext>
            </a:extLst>
          </p:cNvPr>
          <p:cNvSpPr>
            <a:spLocks noGrp="1"/>
          </p:cNvSpPr>
          <p:nvPr>
            <p:ph type="sldNum" sz="quarter" idx="12"/>
          </p:nvPr>
        </p:nvSpPr>
        <p:spPr/>
        <p:txBody>
          <a:bodyPr/>
          <a:lstStyle/>
          <a:p>
            <a:fld id="{998DD252-1A94-4205-825B-3D1BF7F26CB8}" type="slidenum">
              <a:rPr lang="en-US" smtClean="0"/>
              <a:t>‹#›</a:t>
            </a:fld>
            <a:endParaRPr lang="en-US"/>
          </a:p>
        </p:txBody>
      </p:sp>
    </p:spTree>
    <p:extLst>
      <p:ext uri="{BB962C8B-B14F-4D97-AF65-F5344CB8AC3E}">
        <p14:creationId xmlns:p14="http://schemas.microsoft.com/office/powerpoint/2010/main" val="10090825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75999F8-4CCA-8B82-9F5D-62C657CD9EF2}"/>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2007EB7B-746F-4383-F4B9-DFF8E7B15BA0}"/>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ED3F75FF-5343-E0ED-F86A-2226A62D70BB}"/>
              </a:ext>
            </a:extLst>
          </p:cNvPr>
          <p:cNvSpPr>
            <a:spLocks noGrp="1"/>
          </p:cNvSpPr>
          <p:nvPr>
            <p:ph type="dt" sz="half" idx="10"/>
          </p:nvPr>
        </p:nvSpPr>
        <p:spPr/>
        <p:txBody>
          <a:bodyPr/>
          <a:lstStyle/>
          <a:p>
            <a:fld id="{8563AFE5-CC67-47E9-B655-C199BDA26218}" type="datetimeFigureOut">
              <a:rPr lang="en-US" smtClean="0"/>
              <a:t>9/22/2026</a:t>
            </a:fld>
            <a:endParaRPr lang="en-US"/>
          </a:p>
        </p:txBody>
      </p:sp>
      <p:sp>
        <p:nvSpPr>
          <p:cNvPr id="5" name="Footer Placeholder 4">
            <a:extLst>
              <a:ext uri="{FF2B5EF4-FFF2-40B4-BE49-F238E27FC236}">
                <a16:creationId xmlns:a16="http://schemas.microsoft.com/office/drawing/2014/main" id="{CA968E23-0B43-BD46-5DC0-8FB5AF135C4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A27D0DF-877A-4949-80BA-D958F5E81805}"/>
              </a:ext>
            </a:extLst>
          </p:cNvPr>
          <p:cNvSpPr>
            <a:spLocks noGrp="1"/>
          </p:cNvSpPr>
          <p:nvPr>
            <p:ph type="sldNum" sz="quarter" idx="12"/>
          </p:nvPr>
        </p:nvSpPr>
        <p:spPr/>
        <p:txBody>
          <a:bodyPr/>
          <a:lstStyle/>
          <a:p>
            <a:fld id="{998DD252-1A94-4205-825B-3D1BF7F26CB8}" type="slidenum">
              <a:rPr lang="en-US" smtClean="0"/>
              <a:t>‹#›</a:t>
            </a:fld>
            <a:endParaRPr lang="en-US"/>
          </a:p>
        </p:txBody>
      </p:sp>
    </p:spTree>
    <p:extLst>
      <p:ext uri="{BB962C8B-B14F-4D97-AF65-F5344CB8AC3E}">
        <p14:creationId xmlns:p14="http://schemas.microsoft.com/office/powerpoint/2010/main" val="339890761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77434D-2B1E-2C7D-D6AE-FB318735BEEA}"/>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23039D19-9393-8D00-9538-8EDD2D7BE72B}"/>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FDE7595F-C09A-BDC0-1608-ED0463729756}"/>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BC548BD8-1AA5-2DE5-AC85-1D417DCA979E}"/>
              </a:ext>
            </a:extLst>
          </p:cNvPr>
          <p:cNvSpPr>
            <a:spLocks noGrp="1"/>
          </p:cNvSpPr>
          <p:nvPr>
            <p:ph type="dt" sz="half" idx="10"/>
          </p:nvPr>
        </p:nvSpPr>
        <p:spPr/>
        <p:txBody>
          <a:bodyPr/>
          <a:lstStyle/>
          <a:p>
            <a:fld id="{8563AFE5-CC67-47E9-B655-C199BDA26218}" type="datetimeFigureOut">
              <a:rPr lang="en-US" smtClean="0"/>
              <a:t>9/22/2026</a:t>
            </a:fld>
            <a:endParaRPr lang="en-US"/>
          </a:p>
        </p:txBody>
      </p:sp>
      <p:sp>
        <p:nvSpPr>
          <p:cNvPr id="6" name="Footer Placeholder 5">
            <a:extLst>
              <a:ext uri="{FF2B5EF4-FFF2-40B4-BE49-F238E27FC236}">
                <a16:creationId xmlns:a16="http://schemas.microsoft.com/office/drawing/2014/main" id="{8CE12565-07E7-D1D7-A7D2-438CEEE1CBEA}"/>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57F7593B-EE38-E8FD-E573-B4E3ABF7624F}"/>
              </a:ext>
            </a:extLst>
          </p:cNvPr>
          <p:cNvSpPr>
            <a:spLocks noGrp="1"/>
          </p:cNvSpPr>
          <p:nvPr>
            <p:ph type="sldNum" sz="quarter" idx="12"/>
          </p:nvPr>
        </p:nvSpPr>
        <p:spPr/>
        <p:txBody>
          <a:bodyPr/>
          <a:lstStyle/>
          <a:p>
            <a:fld id="{998DD252-1A94-4205-825B-3D1BF7F26CB8}" type="slidenum">
              <a:rPr lang="en-US" smtClean="0"/>
              <a:t>‹#›</a:t>
            </a:fld>
            <a:endParaRPr lang="en-US"/>
          </a:p>
        </p:txBody>
      </p:sp>
    </p:spTree>
    <p:extLst>
      <p:ext uri="{BB962C8B-B14F-4D97-AF65-F5344CB8AC3E}">
        <p14:creationId xmlns:p14="http://schemas.microsoft.com/office/powerpoint/2010/main" val="276252832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7E73046-F80F-4D75-FA40-5269B10A0393}"/>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72CC97E0-5562-D4EE-7390-22E323642B4C}"/>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69551416-186A-C2BE-6E99-400F417AB27F}"/>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6CF0C4A5-7FFC-4B25-404F-7FBCECCD1423}"/>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10507BC9-0DBF-EB76-D949-65F9BB68E7CE}"/>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ACA3BC89-B00F-B574-5242-C62C76555B3F}"/>
              </a:ext>
            </a:extLst>
          </p:cNvPr>
          <p:cNvSpPr>
            <a:spLocks noGrp="1"/>
          </p:cNvSpPr>
          <p:nvPr>
            <p:ph type="dt" sz="half" idx="10"/>
          </p:nvPr>
        </p:nvSpPr>
        <p:spPr/>
        <p:txBody>
          <a:bodyPr/>
          <a:lstStyle/>
          <a:p>
            <a:fld id="{8563AFE5-CC67-47E9-B655-C199BDA26218}" type="datetimeFigureOut">
              <a:rPr lang="en-US" smtClean="0"/>
              <a:t>9/22/2026</a:t>
            </a:fld>
            <a:endParaRPr lang="en-US"/>
          </a:p>
        </p:txBody>
      </p:sp>
      <p:sp>
        <p:nvSpPr>
          <p:cNvPr id="8" name="Footer Placeholder 7">
            <a:extLst>
              <a:ext uri="{FF2B5EF4-FFF2-40B4-BE49-F238E27FC236}">
                <a16:creationId xmlns:a16="http://schemas.microsoft.com/office/drawing/2014/main" id="{DFDBC892-D875-6ACE-B7EF-E6E24440B0BF}"/>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1A78D695-D2E4-BAC4-97B6-E61D9955272B}"/>
              </a:ext>
            </a:extLst>
          </p:cNvPr>
          <p:cNvSpPr>
            <a:spLocks noGrp="1"/>
          </p:cNvSpPr>
          <p:nvPr>
            <p:ph type="sldNum" sz="quarter" idx="12"/>
          </p:nvPr>
        </p:nvSpPr>
        <p:spPr/>
        <p:txBody>
          <a:bodyPr/>
          <a:lstStyle/>
          <a:p>
            <a:fld id="{998DD252-1A94-4205-825B-3D1BF7F26CB8}" type="slidenum">
              <a:rPr lang="en-US" smtClean="0"/>
              <a:t>‹#›</a:t>
            </a:fld>
            <a:endParaRPr lang="en-US"/>
          </a:p>
        </p:txBody>
      </p:sp>
    </p:spTree>
    <p:extLst>
      <p:ext uri="{BB962C8B-B14F-4D97-AF65-F5344CB8AC3E}">
        <p14:creationId xmlns:p14="http://schemas.microsoft.com/office/powerpoint/2010/main" val="192239663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CBC3BE1-DF0F-D3FC-4214-ADC339C5819C}"/>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37791754-C9B8-6022-D7F2-116FF1F371A5}"/>
              </a:ext>
            </a:extLst>
          </p:cNvPr>
          <p:cNvSpPr>
            <a:spLocks noGrp="1"/>
          </p:cNvSpPr>
          <p:nvPr>
            <p:ph type="dt" sz="half" idx="10"/>
          </p:nvPr>
        </p:nvSpPr>
        <p:spPr/>
        <p:txBody>
          <a:bodyPr/>
          <a:lstStyle/>
          <a:p>
            <a:fld id="{8563AFE5-CC67-47E9-B655-C199BDA26218}" type="datetimeFigureOut">
              <a:rPr lang="en-US" smtClean="0"/>
              <a:t>9/22/2026</a:t>
            </a:fld>
            <a:endParaRPr lang="en-US"/>
          </a:p>
        </p:txBody>
      </p:sp>
      <p:sp>
        <p:nvSpPr>
          <p:cNvPr id="4" name="Footer Placeholder 3">
            <a:extLst>
              <a:ext uri="{FF2B5EF4-FFF2-40B4-BE49-F238E27FC236}">
                <a16:creationId xmlns:a16="http://schemas.microsoft.com/office/drawing/2014/main" id="{E5CCAFA5-3662-7E6B-D613-0DE7E6A7BE64}"/>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9EE6B887-A670-A20A-9325-C4C55CF11BD1}"/>
              </a:ext>
            </a:extLst>
          </p:cNvPr>
          <p:cNvSpPr>
            <a:spLocks noGrp="1"/>
          </p:cNvSpPr>
          <p:nvPr>
            <p:ph type="sldNum" sz="quarter" idx="12"/>
          </p:nvPr>
        </p:nvSpPr>
        <p:spPr/>
        <p:txBody>
          <a:bodyPr/>
          <a:lstStyle/>
          <a:p>
            <a:fld id="{998DD252-1A94-4205-825B-3D1BF7F26CB8}" type="slidenum">
              <a:rPr lang="en-US" smtClean="0"/>
              <a:t>‹#›</a:t>
            </a:fld>
            <a:endParaRPr lang="en-US"/>
          </a:p>
        </p:txBody>
      </p:sp>
    </p:spTree>
    <p:extLst>
      <p:ext uri="{BB962C8B-B14F-4D97-AF65-F5344CB8AC3E}">
        <p14:creationId xmlns:p14="http://schemas.microsoft.com/office/powerpoint/2010/main" val="208183214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AE804E5F-F41A-53C1-1692-AE0172735C85}"/>
              </a:ext>
            </a:extLst>
          </p:cNvPr>
          <p:cNvSpPr>
            <a:spLocks noGrp="1"/>
          </p:cNvSpPr>
          <p:nvPr>
            <p:ph type="dt" sz="half" idx="10"/>
          </p:nvPr>
        </p:nvSpPr>
        <p:spPr/>
        <p:txBody>
          <a:bodyPr/>
          <a:lstStyle/>
          <a:p>
            <a:fld id="{8563AFE5-CC67-47E9-B655-C199BDA26218}" type="datetimeFigureOut">
              <a:rPr lang="en-US" smtClean="0"/>
              <a:t>9/22/2026</a:t>
            </a:fld>
            <a:endParaRPr lang="en-US"/>
          </a:p>
        </p:txBody>
      </p:sp>
      <p:sp>
        <p:nvSpPr>
          <p:cNvPr id="3" name="Footer Placeholder 2">
            <a:extLst>
              <a:ext uri="{FF2B5EF4-FFF2-40B4-BE49-F238E27FC236}">
                <a16:creationId xmlns:a16="http://schemas.microsoft.com/office/drawing/2014/main" id="{1A19C9BF-35B0-DA18-1B82-DE8D9FD6F689}"/>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72E21485-9B14-4BDE-5014-3A943470FA06}"/>
              </a:ext>
            </a:extLst>
          </p:cNvPr>
          <p:cNvSpPr>
            <a:spLocks noGrp="1"/>
          </p:cNvSpPr>
          <p:nvPr>
            <p:ph type="sldNum" sz="quarter" idx="12"/>
          </p:nvPr>
        </p:nvSpPr>
        <p:spPr/>
        <p:txBody>
          <a:bodyPr/>
          <a:lstStyle/>
          <a:p>
            <a:fld id="{998DD252-1A94-4205-825B-3D1BF7F26CB8}" type="slidenum">
              <a:rPr lang="en-US" smtClean="0"/>
              <a:t>‹#›</a:t>
            </a:fld>
            <a:endParaRPr lang="en-US"/>
          </a:p>
        </p:txBody>
      </p:sp>
    </p:spTree>
    <p:extLst>
      <p:ext uri="{BB962C8B-B14F-4D97-AF65-F5344CB8AC3E}">
        <p14:creationId xmlns:p14="http://schemas.microsoft.com/office/powerpoint/2010/main" val="272680444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2D5D6E9-B7A1-08B3-D9D3-33AEBB9AAAD9}"/>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41C384E0-F195-6983-BA09-16B3516402B1}"/>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0EB84C19-61E8-7F4D-902F-4DE357873251}"/>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A1891FC8-C7FA-3E1A-7E07-5C0A8A65E438}"/>
              </a:ext>
            </a:extLst>
          </p:cNvPr>
          <p:cNvSpPr>
            <a:spLocks noGrp="1"/>
          </p:cNvSpPr>
          <p:nvPr>
            <p:ph type="dt" sz="half" idx="10"/>
          </p:nvPr>
        </p:nvSpPr>
        <p:spPr/>
        <p:txBody>
          <a:bodyPr/>
          <a:lstStyle/>
          <a:p>
            <a:fld id="{8563AFE5-CC67-47E9-B655-C199BDA26218}" type="datetimeFigureOut">
              <a:rPr lang="en-US" smtClean="0"/>
              <a:t>9/22/2026</a:t>
            </a:fld>
            <a:endParaRPr lang="en-US"/>
          </a:p>
        </p:txBody>
      </p:sp>
      <p:sp>
        <p:nvSpPr>
          <p:cNvPr id="6" name="Footer Placeholder 5">
            <a:extLst>
              <a:ext uri="{FF2B5EF4-FFF2-40B4-BE49-F238E27FC236}">
                <a16:creationId xmlns:a16="http://schemas.microsoft.com/office/drawing/2014/main" id="{878AAE3C-D368-30F1-56B5-C8D48871E242}"/>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0A66770B-87C9-B898-16CE-1EFE085E9682}"/>
              </a:ext>
            </a:extLst>
          </p:cNvPr>
          <p:cNvSpPr>
            <a:spLocks noGrp="1"/>
          </p:cNvSpPr>
          <p:nvPr>
            <p:ph type="sldNum" sz="quarter" idx="12"/>
          </p:nvPr>
        </p:nvSpPr>
        <p:spPr/>
        <p:txBody>
          <a:bodyPr/>
          <a:lstStyle/>
          <a:p>
            <a:fld id="{998DD252-1A94-4205-825B-3D1BF7F26CB8}" type="slidenum">
              <a:rPr lang="en-US" smtClean="0"/>
              <a:t>‹#›</a:t>
            </a:fld>
            <a:endParaRPr lang="en-US"/>
          </a:p>
        </p:txBody>
      </p:sp>
    </p:spTree>
    <p:extLst>
      <p:ext uri="{BB962C8B-B14F-4D97-AF65-F5344CB8AC3E}">
        <p14:creationId xmlns:p14="http://schemas.microsoft.com/office/powerpoint/2010/main" val="293204842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CBA1F83-FE3A-CF5E-3C45-162187AF918C}"/>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AD5D10BD-9A1D-25B6-3303-BBDA4CA33A20}"/>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D1A07F78-4369-656D-F83B-FA722CCD7305}"/>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29411122-0EAD-771A-8CDF-F291922A8D3B}"/>
              </a:ext>
            </a:extLst>
          </p:cNvPr>
          <p:cNvSpPr>
            <a:spLocks noGrp="1"/>
          </p:cNvSpPr>
          <p:nvPr>
            <p:ph type="dt" sz="half" idx="10"/>
          </p:nvPr>
        </p:nvSpPr>
        <p:spPr/>
        <p:txBody>
          <a:bodyPr/>
          <a:lstStyle/>
          <a:p>
            <a:fld id="{8563AFE5-CC67-47E9-B655-C199BDA26218}" type="datetimeFigureOut">
              <a:rPr lang="en-US" smtClean="0"/>
              <a:t>9/22/2026</a:t>
            </a:fld>
            <a:endParaRPr lang="en-US"/>
          </a:p>
        </p:txBody>
      </p:sp>
      <p:sp>
        <p:nvSpPr>
          <p:cNvPr id="6" name="Footer Placeholder 5">
            <a:extLst>
              <a:ext uri="{FF2B5EF4-FFF2-40B4-BE49-F238E27FC236}">
                <a16:creationId xmlns:a16="http://schemas.microsoft.com/office/drawing/2014/main" id="{D5A300B7-2C8A-005B-F98D-1346899D6300}"/>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8CA44726-A93C-339F-A463-2F1EE426A935}"/>
              </a:ext>
            </a:extLst>
          </p:cNvPr>
          <p:cNvSpPr>
            <a:spLocks noGrp="1"/>
          </p:cNvSpPr>
          <p:nvPr>
            <p:ph type="sldNum" sz="quarter" idx="12"/>
          </p:nvPr>
        </p:nvSpPr>
        <p:spPr/>
        <p:txBody>
          <a:bodyPr/>
          <a:lstStyle/>
          <a:p>
            <a:fld id="{998DD252-1A94-4205-825B-3D1BF7F26CB8}" type="slidenum">
              <a:rPr lang="en-US" smtClean="0"/>
              <a:t>‹#›</a:t>
            </a:fld>
            <a:endParaRPr lang="en-US"/>
          </a:p>
        </p:txBody>
      </p:sp>
    </p:spTree>
    <p:extLst>
      <p:ext uri="{BB962C8B-B14F-4D97-AF65-F5344CB8AC3E}">
        <p14:creationId xmlns:p14="http://schemas.microsoft.com/office/powerpoint/2010/main" val="307204951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591A65F-78EA-3A4D-16BF-90E528B0825E}"/>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69FB82F2-D5EE-6D05-1AB1-B504B8F204AC}"/>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9A5BE632-084E-2B0E-6B34-BF2FAFF5AEF6}"/>
              </a:ext>
            </a:extLst>
          </p:cNvPr>
          <p:cNvSpPr>
            <a:spLocks noGrp="1"/>
          </p:cNvSpPr>
          <p:nvPr>
            <p:ph type="dt" sz="half" idx="10"/>
          </p:nvPr>
        </p:nvSpPr>
        <p:spPr/>
        <p:txBody>
          <a:bodyPr/>
          <a:lstStyle/>
          <a:p>
            <a:fld id="{8563AFE5-CC67-47E9-B655-C199BDA26218}" type="datetimeFigureOut">
              <a:rPr lang="en-US" smtClean="0"/>
              <a:t>9/22/2026</a:t>
            </a:fld>
            <a:endParaRPr lang="en-US"/>
          </a:p>
        </p:txBody>
      </p:sp>
      <p:sp>
        <p:nvSpPr>
          <p:cNvPr id="5" name="Footer Placeholder 4">
            <a:extLst>
              <a:ext uri="{FF2B5EF4-FFF2-40B4-BE49-F238E27FC236}">
                <a16:creationId xmlns:a16="http://schemas.microsoft.com/office/drawing/2014/main" id="{A9FBEC11-5EFC-E6D2-743D-8CB8EC761CD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EE4C586A-2EA9-52DC-2853-36B5CEEE248D}"/>
              </a:ext>
            </a:extLst>
          </p:cNvPr>
          <p:cNvSpPr>
            <a:spLocks noGrp="1"/>
          </p:cNvSpPr>
          <p:nvPr>
            <p:ph type="sldNum" sz="quarter" idx="12"/>
          </p:nvPr>
        </p:nvSpPr>
        <p:spPr/>
        <p:txBody>
          <a:bodyPr/>
          <a:lstStyle/>
          <a:p>
            <a:fld id="{998DD252-1A94-4205-825B-3D1BF7F26CB8}" type="slidenum">
              <a:rPr lang="en-US" smtClean="0"/>
              <a:t>‹#›</a:t>
            </a:fld>
            <a:endParaRPr lang="en-US"/>
          </a:p>
        </p:txBody>
      </p:sp>
    </p:spTree>
    <p:extLst>
      <p:ext uri="{BB962C8B-B14F-4D97-AF65-F5344CB8AC3E}">
        <p14:creationId xmlns:p14="http://schemas.microsoft.com/office/powerpoint/2010/main" val="232660055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715B269B-0EE9-9B81-9646-A9BD48543F81}"/>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D57E68FC-3411-058B-82B2-6597464DBB2D}"/>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1BD2CB9D-2CC3-3A99-52DD-D99E215B1D13}"/>
              </a:ext>
            </a:extLst>
          </p:cNvPr>
          <p:cNvSpPr>
            <a:spLocks noGrp="1"/>
          </p:cNvSpPr>
          <p:nvPr>
            <p:ph type="dt" sz="half" idx="10"/>
          </p:nvPr>
        </p:nvSpPr>
        <p:spPr/>
        <p:txBody>
          <a:bodyPr/>
          <a:lstStyle/>
          <a:p>
            <a:fld id="{8563AFE5-CC67-47E9-B655-C199BDA26218}" type="datetimeFigureOut">
              <a:rPr lang="en-US" smtClean="0"/>
              <a:t>9/22/2026</a:t>
            </a:fld>
            <a:endParaRPr lang="en-US"/>
          </a:p>
        </p:txBody>
      </p:sp>
      <p:sp>
        <p:nvSpPr>
          <p:cNvPr id="5" name="Footer Placeholder 4">
            <a:extLst>
              <a:ext uri="{FF2B5EF4-FFF2-40B4-BE49-F238E27FC236}">
                <a16:creationId xmlns:a16="http://schemas.microsoft.com/office/drawing/2014/main" id="{85E86566-FD38-8786-2E1A-7511DF9A0E4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79FDEF6C-9074-D8BE-D63B-A0D6C92628F3}"/>
              </a:ext>
            </a:extLst>
          </p:cNvPr>
          <p:cNvSpPr>
            <a:spLocks noGrp="1"/>
          </p:cNvSpPr>
          <p:nvPr>
            <p:ph type="sldNum" sz="quarter" idx="12"/>
          </p:nvPr>
        </p:nvSpPr>
        <p:spPr/>
        <p:txBody>
          <a:bodyPr/>
          <a:lstStyle/>
          <a:p>
            <a:fld id="{998DD252-1A94-4205-825B-3D1BF7F26CB8}" type="slidenum">
              <a:rPr lang="en-US" smtClean="0"/>
              <a:t>‹#›</a:t>
            </a:fld>
            <a:endParaRPr lang="en-US"/>
          </a:p>
        </p:txBody>
      </p:sp>
    </p:spTree>
    <p:extLst>
      <p:ext uri="{BB962C8B-B14F-4D97-AF65-F5344CB8AC3E}">
        <p14:creationId xmlns:p14="http://schemas.microsoft.com/office/powerpoint/2010/main" val="122438856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EC194F46-E1B8-D709-6D60-AFE592025376}"/>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3BD6DD6A-408F-4C97-9371-3C971CB202B8}"/>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3C6D4C0B-1BE1-ECB3-B878-EB5A1562048E}"/>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8563AFE5-CC67-47E9-B655-C199BDA26218}" type="datetimeFigureOut">
              <a:rPr lang="en-US" smtClean="0"/>
              <a:t>9/22/2026</a:t>
            </a:fld>
            <a:endParaRPr lang="en-US"/>
          </a:p>
        </p:txBody>
      </p:sp>
      <p:sp>
        <p:nvSpPr>
          <p:cNvPr id="5" name="Footer Placeholder 4">
            <a:extLst>
              <a:ext uri="{FF2B5EF4-FFF2-40B4-BE49-F238E27FC236}">
                <a16:creationId xmlns:a16="http://schemas.microsoft.com/office/drawing/2014/main" id="{9ACFEBB0-DA23-E35B-FFC9-4644844F060E}"/>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F82D25DB-316D-A0B0-1385-B3848CB0F5A7}"/>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998DD252-1A94-4205-825B-3D1BF7F26CB8}" type="slidenum">
              <a:rPr lang="en-US" smtClean="0"/>
              <a:t>‹#›</a:t>
            </a:fld>
            <a:endParaRPr lang="en-US"/>
          </a:p>
        </p:txBody>
      </p:sp>
    </p:spTree>
    <p:extLst>
      <p:ext uri="{BB962C8B-B14F-4D97-AF65-F5344CB8AC3E}">
        <p14:creationId xmlns:p14="http://schemas.microsoft.com/office/powerpoint/2010/main" val="3742397975"/>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1.emf"/><Relationship Id="rId2" Type="http://schemas.openxmlformats.org/officeDocument/2006/relationships/package" Target="../embeddings/Microsoft_PowerPoint_Presentation.pptx"/><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68E0A917-BD36-6151-0264-664055FCFB9A}"/>
              </a:ext>
            </a:extLst>
          </p:cNvPr>
          <p:cNvSpPr txBox="1"/>
          <p:nvPr/>
        </p:nvSpPr>
        <p:spPr>
          <a:xfrm>
            <a:off x="859536" y="428179"/>
            <a:ext cx="9875520" cy="5262979"/>
          </a:xfrm>
          <a:prstGeom prst="rect">
            <a:avLst/>
          </a:prstGeom>
          <a:noFill/>
        </p:spPr>
        <p:txBody>
          <a:bodyPr wrap="square">
            <a:spAutoFit/>
          </a:bodyPr>
          <a:lstStyle/>
          <a:p>
            <a:pPr algn="ctr"/>
            <a:r>
              <a:rPr lang="en-US" sz="2400" b="1" dirty="0"/>
              <a:t>FIFO, Queue Operations &amp; Circular Array Implementation</a:t>
            </a:r>
          </a:p>
          <a:p>
            <a:pPr algn="ctr"/>
            <a:endParaRPr lang="en-US" sz="2400" b="1" dirty="0"/>
          </a:p>
          <a:p>
            <a:pPr algn="ctr"/>
            <a:r>
              <a:rPr lang="en-US" sz="2400" b="1" dirty="0"/>
              <a:t>Student Name:</a:t>
            </a:r>
            <a:r>
              <a:rPr lang="en-US" sz="2400" dirty="0"/>
              <a:t> Rushikesh Nayak</a:t>
            </a:r>
          </a:p>
          <a:p>
            <a:pPr algn="ctr"/>
            <a:br>
              <a:rPr lang="en-US" sz="2400" dirty="0"/>
            </a:br>
            <a:r>
              <a:rPr lang="en-US" sz="2400" b="1" dirty="0"/>
              <a:t>Course:</a:t>
            </a:r>
            <a:r>
              <a:rPr lang="en-US" sz="2400" dirty="0"/>
              <a:t> CSC-6021 – Data Structures and Algorithms II</a:t>
            </a:r>
          </a:p>
          <a:p>
            <a:pPr algn="ctr"/>
            <a:br>
              <a:rPr lang="en-US" sz="2400" dirty="0"/>
            </a:br>
            <a:r>
              <a:rPr lang="en-US" sz="2400" b="1" dirty="0"/>
              <a:t>Professor:</a:t>
            </a:r>
            <a:r>
              <a:rPr lang="en-US" sz="2400" dirty="0"/>
              <a:t> Professor Victor </a:t>
            </a:r>
            <a:r>
              <a:rPr lang="en-US" sz="2400" dirty="0" err="1"/>
              <a:t>Govindaswamy</a:t>
            </a:r>
            <a:br>
              <a:rPr lang="en-US" sz="2400" dirty="0"/>
            </a:br>
            <a:endParaRPr lang="en-US" sz="2400" dirty="0"/>
          </a:p>
          <a:p>
            <a:pPr algn="ctr"/>
            <a:r>
              <a:rPr lang="en-US" sz="2400" b="1" dirty="0"/>
              <a:t>Assignment:</a:t>
            </a:r>
            <a:r>
              <a:rPr lang="en-US" sz="2400" dirty="0"/>
              <a:t> BLA – Lab 01</a:t>
            </a:r>
            <a:br>
              <a:rPr lang="en-US" sz="2400" dirty="0"/>
            </a:br>
            <a:endParaRPr lang="en-US" sz="2400" dirty="0"/>
          </a:p>
          <a:p>
            <a:pPr algn="ctr"/>
            <a:r>
              <a:rPr lang="en-US" sz="2400" b="1" dirty="0"/>
              <a:t>Topic:</a:t>
            </a:r>
            <a:r>
              <a:rPr lang="en-US" sz="2400" dirty="0"/>
              <a:t> Binary Trees &amp; Binary Search Trees (BST)</a:t>
            </a:r>
            <a:br>
              <a:rPr lang="en-US" sz="2400" dirty="0"/>
            </a:br>
            <a:endParaRPr lang="en-US" sz="2400" dirty="0"/>
          </a:p>
          <a:p>
            <a:pPr algn="ctr"/>
            <a:r>
              <a:rPr lang="en-US" sz="2400" b="1" dirty="0"/>
              <a:t>Concordia University Chicago</a:t>
            </a:r>
            <a:endParaRPr lang="en-US" sz="2400" dirty="0"/>
          </a:p>
          <a:p>
            <a:pPr algn="ctr"/>
            <a:endParaRPr lang="en-US" sz="2400" dirty="0"/>
          </a:p>
        </p:txBody>
      </p:sp>
    </p:spTree>
    <p:extLst>
      <p:ext uri="{BB962C8B-B14F-4D97-AF65-F5344CB8AC3E}">
        <p14:creationId xmlns:p14="http://schemas.microsoft.com/office/powerpoint/2010/main" val="156566332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175C3421-1597-8C95-E0E0-5A3CD6ED29C7}"/>
              </a:ext>
            </a:extLst>
          </p:cNvPr>
          <p:cNvSpPr>
            <a:spLocks noGrp="1"/>
          </p:cNvSpPr>
          <p:nvPr>
            <p:ph idx="1"/>
          </p:nvPr>
        </p:nvSpPr>
        <p:spPr>
          <a:xfrm>
            <a:off x="109728" y="0"/>
            <a:ext cx="11978640" cy="6757416"/>
          </a:xfrm>
        </p:spPr>
        <p:txBody>
          <a:bodyPr/>
          <a:lstStyle/>
          <a:p>
            <a:pPr marL="0" indent="0">
              <a:buNone/>
            </a:pPr>
            <a:endParaRPr lang="en-US" dirty="0"/>
          </a:p>
          <a:p>
            <a:pPr marL="0" indent="0">
              <a:buNone/>
            </a:pPr>
            <a:r>
              <a:rPr lang="en-US" b="1" u="sng" dirty="0"/>
              <a:t>Binary Trees &amp; Binary Search Trees (BST)</a:t>
            </a:r>
            <a:endParaRPr lang="en-US" u="sng" dirty="0"/>
          </a:p>
          <a:p>
            <a:pPr marL="0" indent="0">
              <a:buNone/>
            </a:pPr>
            <a:r>
              <a:rPr lang="en-US" dirty="0"/>
              <a:t>Understanding Tree Structure, Terminology, BST Rules, and Construction</a:t>
            </a:r>
          </a:p>
          <a:p>
            <a:pPr marL="0" indent="0">
              <a:buNone/>
            </a:pPr>
            <a:r>
              <a:rPr lang="en-US" dirty="0"/>
              <a:t>Rushikesh Nayak</a:t>
            </a:r>
            <a:br>
              <a:rPr lang="en-US" dirty="0"/>
            </a:br>
            <a:r>
              <a:rPr lang="en-US" dirty="0"/>
              <a:t>CSC-6021 – Data Structures and Algorithms II</a:t>
            </a:r>
            <a:br>
              <a:rPr lang="en-US" dirty="0"/>
            </a:br>
            <a:r>
              <a:rPr lang="en-US" dirty="0"/>
              <a:t>Professor Victor </a:t>
            </a:r>
            <a:r>
              <a:rPr lang="en-US" dirty="0" err="1"/>
              <a:t>Govindaswamy</a:t>
            </a:r>
            <a:br>
              <a:rPr lang="en-US" dirty="0"/>
            </a:br>
            <a:r>
              <a:rPr lang="en-US" dirty="0"/>
              <a:t>BLA – Lab 01</a:t>
            </a:r>
            <a:br>
              <a:rPr lang="en-US" dirty="0"/>
            </a:br>
            <a:r>
              <a:rPr lang="en-US" dirty="0"/>
              <a:t>Concordia University Chicago</a:t>
            </a:r>
          </a:p>
          <a:p>
            <a:pPr marL="0" indent="0" algn="ctr">
              <a:buNone/>
            </a:pPr>
            <a:endParaRPr lang="en-US" dirty="0"/>
          </a:p>
        </p:txBody>
      </p:sp>
      <p:sp>
        <p:nvSpPr>
          <p:cNvPr id="5" name="Oval 4">
            <a:extLst>
              <a:ext uri="{FF2B5EF4-FFF2-40B4-BE49-F238E27FC236}">
                <a16:creationId xmlns:a16="http://schemas.microsoft.com/office/drawing/2014/main" id="{6A1024C1-13DE-9FE0-4F40-488E134ED6DD}"/>
              </a:ext>
            </a:extLst>
          </p:cNvPr>
          <p:cNvSpPr/>
          <p:nvPr/>
        </p:nvSpPr>
        <p:spPr>
          <a:xfrm>
            <a:off x="8348472" y="3026664"/>
            <a:ext cx="594360" cy="402336"/>
          </a:xfrm>
          <a:prstGeom prst="ellipse">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sz="1500" dirty="0"/>
              <a:t>52</a:t>
            </a:r>
          </a:p>
        </p:txBody>
      </p:sp>
      <p:sp>
        <p:nvSpPr>
          <p:cNvPr id="7" name="Oval 6">
            <a:extLst>
              <a:ext uri="{FF2B5EF4-FFF2-40B4-BE49-F238E27FC236}">
                <a16:creationId xmlns:a16="http://schemas.microsoft.com/office/drawing/2014/main" id="{F317E131-2692-A72B-F5F0-D3876230BCEE}"/>
              </a:ext>
            </a:extLst>
          </p:cNvPr>
          <p:cNvSpPr/>
          <p:nvPr/>
        </p:nvSpPr>
        <p:spPr>
          <a:xfrm>
            <a:off x="7245096" y="4178808"/>
            <a:ext cx="637032" cy="420624"/>
          </a:xfrm>
          <a:prstGeom prst="ellipse">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dirty="0"/>
              <a:t>31</a:t>
            </a:r>
          </a:p>
        </p:txBody>
      </p:sp>
      <p:sp>
        <p:nvSpPr>
          <p:cNvPr id="9" name="Oval 8">
            <a:extLst>
              <a:ext uri="{FF2B5EF4-FFF2-40B4-BE49-F238E27FC236}">
                <a16:creationId xmlns:a16="http://schemas.microsoft.com/office/drawing/2014/main" id="{2BDB973F-B7C4-EACD-2A35-F1EFBE925440}"/>
              </a:ext>
            </a:extLst>
          </p:cNvPr>
          <p:cNvSpPr/>
          <p:nvPr/>
        </p:nvSpPr>
        <p:spPr>
          <a:xfrm>
            <a:off x="9415272" y="4178808"/>
            <a:ext cx="637032" cy="402336"/>
          </a:xfrm>
          <a:prstGeom prst="ellipse">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dirty="0"/>
              <a:t>74</a:t>
            </a:r>
          </a:p>
        </p:txBody>
      </p:sp>
      <p:sp>
        <p:nvSpPr>
          <p:cNvPr id="11" name="Oval 10">
            <a:extLst>
              <a:ext uri="{FF2B5EF4-FFF2-40B4-BE49-F238E27FC236}">
                <a16:creationId xmlns:a16="http://schemas.microsoft.com/office/drawing/2014/main" id="{AD362301-807D-B77D-2DD5-BCFAF1A4CEFB}"/>
              </a:ext>
            </a:extLst>
          </p:cNvPr>
          <p:cNvSpPr/>
          <p:nvPr/>
        </p:nvSpPr>
        <p:spPr>
          <a:xfrm>
            <a:off x="10658856" y="5428488"/>
            <a:ext cx="637032" cy="371856"/>
          </a:xfrm>
          <a:prstGeom prst="ellipse">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dirty="0"/>
              <a:t>86</a:t>
            </a:r>
          </a:p>
        </p:txBody>
      </p:sp>
      <p:sp>
        <p:nvSpPr>
          <p:cNvPr id="13" name="Oval 12">
            <a:extLst>
              <a:ext uri="{FF2B5EF4-FFF2-40B4-BE49-F238E27FC236}">
                <a16:creationId xmlns:a16="http://schemas.microsoft.com/office/drawing/2014/main" id="{D4FB376F-1145-88F4-9D22-CC8F453591C2}"/>
              </a:ext>
            </a:extLst>
          </p:cNvPr>
          <p:cNvSpPr/>
          <p:nvPr/>
        </p:nvSpPr>
        <p:spPr>
          <a:xfrm>
            <a:off x="7632192" y="5477256"/>
            <a:ext cx="637032" cy="420624"/>
          </a:xfrm>
          <a:prstGeom prst="ellipse">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dirty="0"/>
              <a:t>43</a:t>
            </a:r>
          </a:p>
        </p:txBody>
      </p:sp>
      <p:sp>
        <p:nvSpPr>
          <p:cNvPr id="15" name="Oval 14">
            <a:extLst>
              <a:ext uri="{FF2B5EF4-FFF2-40B4-BE49-F238E27FC236}">
                <a16:creationId xmlns:a16="http://schemas.microsoft.com/office/drawing/2014/main" id="{80FE76AA-6C7A-B735-6EB5-909B31078541}"/>
              </a:ext>
            </a:extLst>
          </p:cNvPr>
          <p:cNvSpPr/>
          <p:nvPr/>
        </p:nvSpPr>
        <p:spPr>
          <a:xfrm>
            <a:off x="6266688" y="5458968"/>
            <a:ext cx="646176" cy="371856"/>
          </a:xfrm>
          <a:prstGeom prst="ellipse">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dirty="0"/>
              <a:t>18</a:t>
            </a:r>
          </a:p>
        </p:txBody>
      </p:sp>
      <p:sp>
        <p:nvSpPr>
          <p:cNvPr id="17" name="Oval 16">
            <a:extLst>
              <a:ext uri="{FF2B5EF4-FFF2-40B4-BE49-F238E27FC236}">
                <a16:creationId xmlns:a16="http://schemas.microsoft.com/office/drawing/2014/main" id="{54C15ED3-0572-2DC8-69C6-61C1DAB2C5D3}"/>
              </a:ext>
            </a:extLst>
          </p:cNvPr>
          <p:cNvSpPr/>
          <p:nvPr/>
        </p:nvSpPr>
        <p:spPr>
          <a:xfrm>
            <a:off x="9357360" y="5428488"/>
            <a:ext cx="637032" cy="371856"/>
          </a:xfrm>
          <a:prstGeom prst="ellipse">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dirty="0"/>
              <a:t>63</a:t>
            </a:r>
          </a:p>
        </p:txBody>
      </p:sp>
      <p:cxnSp>
        <p:nvCxnSpPr>
          <p:cNvPr id="19" name="Straight Connector 18">
            <a:extLst>
              <a:ext uri="{FF2B5EF4-FFF2-40B4-BE49-F238E27FC236}">
                <a16:creationId xmlns:a16="http://schemas.microsoft.com/office/drawing/2014/main" id="{010DE803-4F04-131B-C565-57F80A28F236}"/>
              </a:ext>
            </a:extLst>
          </p:cNvPr>
          <p:cNvCxnSpPr>
            <a:cxnSpLocks/>
            <a:stCxn id="5" idx="3"/>
            <a:endCxn id="7" idx="7"/>
          </p:cNvCxnSpPr>
          <p:nvPr/>
        </p:nvCxnSpPr>
        <p:spPr>
          <a:xfrm flipH="1">
            <a:off x="7788837" y="3370079"/>
            <a:ext cx="646677" cy="870328"/>
          </a:xfrm>
          <a:prstGeom prst="line">
            <a:avLst/>
          </a:prstGeom>
        </p:spPr>
        <p:style>
          <a:lnRef idx="2">
            <a:schemeClr val="accent1"/>
          </a:lnRef>
          <a:fillRef idx="0">
            <a:schemeClr val="accent1"/>
          </a:fillRef>
          <a:effectRef idx="1">
            <a:schemeClr val="accent1"/>
          </a:effectRef>
          <a:fontRef idx="minor">
            <a:schemeClr val="tx1"/>
          </a:fontRef>
        </p:style>
      </p:cxnSp>
      <p:cxnSp>
        <p:nvCxnSpPr>
          <p:cNvPr id="23" name="Straight Connector 22">
            <a:extLst>
              <a:ext uri="{FF2B5EF4-FFF2-40B4-BE49-F238E27FC236}">
                <a16:creationId xmlns:a16="http://schemas.microsoft.com/office/drawing/2014/main" id="{76541EC0-F7DF-2BD6-F8E0-19965E361780}"/>
              </a:ext>
            </a:extLst>
          </p:cNvPr>
          <p:cNvCxnSpPr>
            <a:cxnSpLocks/>
            <a:stCxn id="5" idx="5"/>
            <a:endCxn id="9" idx="1"/>
          </p:cNvCxnSpPr>
          <p:nvPr/>
        </p:nvCxnSpPr>
        <p:spPr>
          <a:xfrm>
            <a:off x="8855790" y="3370079"/>
            <a:ext cx="652773" cy="867650"/>
          </a:xfrm>
          <a:prstGeom prst="line">
            <a:avLst/>
          </a:prstGeom>
        </p:spPr>
        <p:style>
          <a:lnRef idx="2">
            <a:schemeClr val="accent1"/>
          </a:lnRef>
          <a:fillRef idx="0">
            <a:schemeClr val="accent1"/>
          </a:fillRef>
          <a:effectRef idx="1">
            <a:schemeClr val="accent1"/>
          </a:effectRef>
          <a:fontRef idx="minor">
            <a:schemeClr val="tx1"/>
          </a:fontRef>
        </p:style>
      </p:cxnSp>
      <p:cxnSp>
        <p:nvCxnSpPr>
          <p:cNvPr id="24" name="Straight Connector 23">
            <a:extLst>
              <a:ext uri="{FF2B5EF4-FFF2-40B4-BE49-F238E27FC236}">
                <a16:creationId xmlns:a16="http://schemas.microsoft.com/office/drawing/2014/main" id="{C04347D7-21AD-AE2B-8C30-F682FA82787B}"/>
              </a:ext>
            </a:extLst>
          </p:cNvPr>
          <p:cNvCxnSpPr>
            <a:cxnSpLocks/>
            <a:stCxn id="7" idx="5"/>
            <a:endCxn id="13" idx="0"/>
          </p:cNvCxnSpPr>
          <p:nvPr/>
        </p:nvCxnSpPr>
        <p:spPr>
          <a:xfrm>
            <a:off x="7788837" y="4537833"/>
            <a:ext cx="161871" cy="939423"/>
          </a:xfrm>
          <a:prstGeom prst="line">
            <a:avLst/>
          </a:prstGeom>
        </p:spPr>
        <p:style>
          <a:lnRef idx="2">
            <a:schemeClr val="accent1"/>
          </a:lnRef>
          <a:fillRef idx="0">
            <a:schemeClr val="accent1"/>
          </a:fillRef>
          <a:effectRef idx="1">
            <a:schemeClr val="accent1"/>
          </a:effectRef>
          <a:fontRef idx="minor">
            <a:schemeClr val="tx1"/>
          </a:fontRef>
        </p:style>
      </p:cxnSp>
      <p:cxnSp>
        <p:nvCxnSpPr>
          <p:cNvPr id="25" name="Straight Connector 24">
            <a:extLst>
              <a:ext uri="{FF2B5EF4-FFF2-40B4-BE49-F238E27FC236}">
                <a16:creationId xmlns:a16="http://schemas.microsoft.com/office/drawing/2014/main" id="{803028A0-1B61-6F87-4ACC-919DA1C39D11}"/>
              </a:ext>
            </a:extLst>
          </p:cNvPr>
          <p:cNvCxnSpPr>
            <a:cxnSpLocks/>
            <a:endCxn id="15" idx="0"/>
          </p:cNvCxnSpPr>
          <p:nvPr/>
        </p:nvCxnSpPr>
        <p:spPr>
          <a:xfrm flipH="1">
            <a:off x="6589776" y="4558160"/>
            <a:ext cx="794178" cy="900808"/>
          </a:xfrm>
          <a:prstGeom prst="line">
            <a:avLst/>
          </a:prstGeom>
        </p:spPr>
        <p:style>
          <a:lnRef idx="2">
            <a:schemeClr val="accent1"/>
          </a:lnRef>
          <a:fillRef idx="0">
            <a:schemeClr val="accent1"/>
          </a:fillRef>
          <a:effectRef idx="1">
            <a:schemeClr val="accent1"/>
          </a:effectRef>
          <a:fontRef idx="minor">
            <a:schemeClr val="tx1"/>
          </a:fontRef>
        </p:style>
      </p:cxnSp>
      <p:cxnSp>
        <p:nvCxnSpPr>
          <p:cNvPr id="31" name="Straight Connector 30">
            <a:extLst>
              <a:ext uri="{FF2B5EF4-FFF2-40B4-BE49-F238E27FC236}">
                <a16:creationId xmlns:a16="http://schemas.microsoft.com/office/drawing/2014/main" id="{8EA504AC-2BD4-6A16-DC0B-6CC38F2ACE85}"/>
              </a:ext>
            </a:extLst>
          </p:cNvPr>
          <p:cNvCxnSpPr>
            <a:cxnSpLocks/>
            <a:stCxn id="11" idx="1"/>
            <a:endCxn id="9" idx="5"/>
          </p:cNvCxnSpPr>
          <p:nvPr/>
        </p:nvCxnSpPr>
        <p:spPr>
          <a:xfrm flipH="1" flipV="1">
            <a:off x="9959013" y="4522223"/>
            <a:ext cx="793134" cy="960722"/>
          </a:xfrm>
          <a:prstGeom prst="line">
            <a:avLst/>
          </a:prstGeom>
        </p:spPr>
        <p:style>
          <a:lnRef idx="2">
            <a:schemeClr val="accent1"/>
          </a:lnRef>
          <a:fillRef idx="0">
            <a:schemeClr val="accent1"/>
          </a:fillRef>
          <a:effectRef idx="1">
            <a:schemeClr val="accent1"/>
          </a:effectRef>
          <a:fontRef idx="minor">
            <a:schemeClr val="tx1"/>
          </a:fontRef>
        </p:style>
      </p:cxnSp>
      <p:cxnSp>
        <p:nvCxnSpPr>
          <p:cNvPr id="32" name="Straight Connector 31">
            <a:extLst>
              <a:ext uri="{FF2B5EF4-FFF2-40B4-BE49-F238E27FC236}">
                <a16:creationId xmlns:a16="http://schemas.microsoft.com/office/drawing/2014/main" id="{BE5C82C8-6507-9BF7-8C8E-C5DE304BAC15}"/>
              </a:ext>
            </a:extLst>
          </p:cNvPr>
          <p:cNvCxnSpPr>
            <a:cxnSpLocks/>
            <a:endCxn id="17" idx="0"/>
          </p:cNvCxnSpPr>
          <p:nvPr/>
        </p:nvCxnSpPr>
        <p:spPr>
          <a:xfrm flipH="1">
            <a:off x="9675876" y="4588640"/>
            <a:ext cx="62734" cy="839848"/>
          </a:xfrm>
          <a:prstGeom prst="line">
            <a:avLst/>
          </a:prstGeom>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84350273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276E3E-D99B-695D-EF6A-FAFA992FD39A}"/>
              </a:ext>
            </a:extLst>
          </p:cNvPr>
          <p:cNvSpPr>
            <a:spLocks noGrp="1"/>
          </p:cNvSpPr>
          <p:nvPr>
            <p:ph type="title"/>
          </p:nvPr>
        </p:nvSpPr>
        <p:spPr>
          <a:xfrm>
            <a:off x="0" y="182881"/>
            <a:ext cx="12192000" cy="777239"/>
          </a:xfrm>
        </p:spPr>
        <p:txBody>
          <a:bodyPr/>
          <a:lstStyle/>
          <a:p>
            <a:pPr algn="ctr"/>
            <a:r>
              <a:rPr lang="en-US" b="1" dirty="0"/>
              <a:t>Binary Tree vs. Binary Search Tree (BST)</a:t>
            </a:r>
          </a:p>
        </p:txBody>
      </p:sp>
      <p:graphicFrame>
        <p:nvGraphicFramePr>
          <p:cNvPr id="4" name="Content Placeholder 3">
            <a:extLst>
              <a:ext uri="{FF2B5EF4-FFF2-40B4-BE49-F238E27FC236}">
                <a16:creationId xmlns:a16="http://schemas.microsoft.com/office/drawing/2014/main" id="{7A95C6F1-F5B7-A1A3-799D-6D3DB77CF575}"/>
              </a:ext>
            </a:extLst>
          </p:cNvPr>
          <p:cNvGraphicFramePr>
            <a:graphicFrameLocks noGrp="1"/>
          </p:cNvGraphicFramePr>
          <p:nvPr>
            <p:ph idx="1"/>
            <p:extLst>
              <p:ext uri="{D42A27DB-BD31-4B8C-83A1-F6EECF244321}">
                <p14:modId xmlns:p14="http://schemas.microsoft.com/office/powerpoint/2010/main" val="3234906871"/>
              </p:ext>
            </p:extLst>
          </p:nvPr>
        </p:nvGraphicFramePr>
        <p:xfrm>
          <a:off x="838200" y="1825624"/>
          <a:ext cx="10515600" cy="4017392"/>
        </p:xfrm>
        <a:graphic>
          <a:graphicData uri="http://schemas.openxmlformats.org/drawingml/2006/table">
            <a:tbl>
              <a:tblPr firstRow="1" bandRow="1">
                <a:tableStyleId>{5940675A-B579-460E-94D1-54222C63F5DA}</a:tableStyleId>
              </a:tblPr>
              <a:tblGrid>
                <a:gridCol w="5257800">
                  <a:extLst>
                    <a:ext uri="{9D8B030D-6E8A-4147-A177-3AD203B41FA5}">
                      <a16:colId xmlns:a16="http://schemas.microsoft.com/office/drawing/2014/main" val="2133395561"/>
                    </a:ext>
                  </a:extLst>
                </a:gridCol>
                <a:gridCol w="5257800">
                  <a:extLst>
                    <a:ext uri="{9D8B030D-6E8A-4147-A177-3AD203B41FA5}">
                      <a16:colId xmlns:a16="http://schemas.microsoft.com/office/drawing/2014/main" val="4087611706"/>
                    </a:ext>
                  </a:extLst>
                </a:gridCol>
              </a:tblGrid>
              <a:tr h="4017392">
                <a:tc>
                  <a:txBody>
                    <a:bodyPr/>
                    <a:lstStyle/>
                    <a:p>
                      <a:pPr algn="ctr"/>
                      <a:r>
                        <a:rPr lang="en-US" b="1" i="1" u="sng" dirty="0"/>
                        <a:t>Binary Tree</a:t>
                      </a:r>
                      <a:endParaRPr lang="en-US" b="0" i="0" u="none" dirty="0"/>
                    </a:p>
                    <a:p>
                      <a:pPr marL="285750" indent="-285750" algn="l">
                        <a:buFont typeface="Arial" panose="020B0604020202020204" pitchFamily="34" charset="0"/>
                        <a:buChar char="•"/>
                      </a:pPr>
                      <a:endParaRPr lang="en-US" dirty="0"/>
                    </a:p>
                    <a:p>
                      <a:pPr marL="285750" indent="-285750" algn="l">
                        <a:buFont typeface="Arial" panose="020B0604020202020204" pitchFamily="34" charset="0"/>
                        <a:buChar char="•"/>
                      </a:pPr>
                      <a:r>
                        <a:rPr lang="en-US" b="1" u="sng" dirty="0"/>
                        <a:t>What is a Binary Tree?</a:t>
                      </a:r>
                      <a:endParaRPr lang="en-US" b="1" u="none" dirty="0"/>
                    </a:p>
                    <a:p>
                      <a:pPr marL="285750" indent="-285750" algn="l">
                        <a:buFont typeface="Arial" panose="020B0604020202020204" pitchFamily="34" charset="0"/>
                        <a:buChar char="•"/>
                      </a:pPr>
                      <a:endParaRPr lang="en-US" u="none" dirty="0"/>
                    </a:p>
                    <a:p>
                      <a:pPr marL="0" indent="0" algn="l">
                        <a:buFont typeface="Arial" panose="020B0604020202020204" pitchFamily="34" charset="0"/>
                        <a:buNone/>
                      </a:pPr>
                      <a:r>
                        <a:rPr lang="en-US" b="1" i="1" u="none" dirty="0"/>
                        <a:t>~&gt;</a:t>
                      </a:r>
                      <a:r>
                        <a:rPr lang="en-US" b="0" dirty="0"/>
                        <a:t>A Binary Tree is a tree data structure where each node can have at most two children.</a:t>
                      </a:r>
                    </a:p>
                    <a:p>
                      <a:pPr marL="0" indent="0" algn="l">
                        <a:buFont typeface="Arial" panose="020B0604020202020204" pitchFamily="34" charset="0"/>
                        <a:buNone/>
                      </a:pPr>
                      <a:endParaRPr lang="en-US" b="1" i="1" u="sng" dirty="0"/>
                    </a:p>
                    <a:p>
                      <a:pPr marL="0" indent="0" algn="l">
                        <a:buFont typeface="Arial" panose="020B0604020202020204" pitchFamily="34" charset="0"/>
                        <a:buNone/>
                      </a:pPr>
                      <a:r>
                        <a:rPr lang="en-US" b="0" i="1" u="none" dirty="0"/>
                        <a:t>~&gt; </a:t>
                      </a:r>
                      <a:r>
                        <a:rPr lang="en-US" b="0" dirty="0"/>
                        <a:t>These are called the left child and right child.</a:t>
                      </a:r>
                    </a:p>
                    <a:p>
                      <a:pPr marL="0" indent="0" algn="l">
                        <a:buFont typeface="Arial" panose="020B0604020202020204" pitchFamily="34" charset="0"/>
                        <a:buNone/>
                      </a:pPr>
                      <a:endParaRPr lang="en-US" b="0" i="1" u="none" dirty="0"/>
                    </a:p>
                    <a:p>
                      <a:pPr marL="0" indent="0" algn="l">
                        <a:buFont typeface="Arial" panose="020B0604020202020204" pitchFamily="34" charset="0"/>
                        <a:buNone/>
                      </a:pPr>
                      <a:r>
                        <a:rPr lang="en-US" b="0" i="1" u="none" dirty="0"/>
                        <a:t>~&gt; </a:t>
                      </a:r>
                      <a:r>
                        <a:rPr lang="en-US" b="0" dirty="0"/>
                        <a:t>A node may have 0, 1, or 2 children.</a:t>
                      </a:r>
                    </a:p>
                    <a:p>
                      <a:pPr marL="0" indent="0" algn="l">
                        <a:buFont typeface="Arial" panose="020B0604020202020204" pitchFamily="34" charset="0"/>
                        <a:buNone/>
                      </a:pPr>
                      <a:endParaRPr lang="en-US" b="0" i="1" u="none" dirty="0"/>
                    </a:p>
                    <a:p>
                      <a:pPr marL="0" indent="0" algn="l">
                        <a:buFont typeface="Arial" panose="020B0604020202020204" pitchFamily="34" charset="0"/>
                        <a:buNone/>
                      </a:pPr>
                      <a:r>
                        <a:rPr lang="en-US" b="0" i="1" u="none" dirty="0"/>
                        <a:t>~&gt; </a:t>
                      </a:r>
                      <a:r>
                        <a:rPr lang="en-US" b="0" dirty="0"/>
                        <a:t>A general Binary Tree does not require values to be arranged in numerical order.</a:t>
                      </a:r>
                      <a:endParaRPr lang="en-US" b="0" i="1" u="none" dirty="0"/>
                    </a:p>
                  </a:txBody>
                  <a:tcPr/>
                </a:tc>
                <a:tc>
                  <a:txBody>
                    <a:bodyPr/>
                    <a:lstStyle/>
                    <a:p>
                      <a:pPr algn="ctr"/>
                      <a:r>
                        <a:rPr lang="en-US" b="1" i="1" u="sng" dirty="0"/>
                        <a:t>Binary Search Tree (BST)</a:t>
                      </a:r>
                      <a:endParaRPr lang="en-US" b="1" i="1" u="none" dirty="0"/>
                    </a:p>
                    <a:p>
                      <a:pPr algn="ctr"/>
                      <a:endParaRPr lang="en-US" b="0" u="none" dirty="0"/>
                    </a:p>
                    <a:p>
                      <a:pPr marL="285750" indent="-285750" algn="l">
                        <a:buFont typeface="Arial" panose="020B0604020202020204" pitchFamily="34" charset="0"/>
                        <a:buChar char="•"/>
                      </a:pPr>
                      <a:r>
                        <a:rPr lang="en-US" b="1" u="sng" dirty="0"/>
                        <a:t>What is a Binary Search Tree?</a:t>
                      </a:r>
                      <a:endParaRPr lang="en-US" b="0" u="none" dirty="0"/>
                    </a:p>
                    <a:p>
                      <a:pPr marL="285750" indent="-285750" algn="l">
                        <a:buFont typeface="Arial" panose="020B0604020202020204" pitchFamily="34" charset="0"/>
                        <a:buChar char="•"/>
                      </a:pPr>
                      <a:endParaRPr lang="en-US" b="0" u="none" dirty="0"/>
                    </a:p>
                    <a:p>
                      <a:pPr marL="0" indent="0" algn="l">
                        <a:buFont typeface="Arial" panose="020B0604020202020204" pitchFamily="34" charset="0"/>
                        <a:buNone/>
                      </a:pPr>
                      <a:r>
                        <a:rPr lang="en-US" b="0" u="none" dirty="0"/>
                        <a:t> ~&gt; </a:t>
                      </a:r>
                      <a:r>
                        <a:rPr lang="en-US" dirty="0"/>
                        <a:t>A </a:t>
                      </a:r>
                      <a:r>
                        <a:rPr lang="en-US" b="0" dirty="0"/>
                        <a:t>BST is a special type of Binary Tree.</a:t>
                      </a:r>
                    </a:p>
                    <a:p>
                      <a:pPr marL="0" indent="0" algn="l">
                        <a:buFont typeface="Arial" panose="020B0604020202020204" pitchFamily="34" charset="0"/>
                        <a:buNone/>
                      </a:pPr>
                      <a:endParaRPr lang="en-US" b="0" u="sng" dirty="0"/>
                    </a:p>
                    <a:p>
                      <a:pPr marL="0" indent="0" algn="l">
                        <a:buFont typeface="Arial" panose="020B0604020202020204" pitchFamily="34" charset="0"/>
                        <a:buNone/>
                      </a:pPr>
                      <a:r>
                        <a:rPr lang="en-US" b="0" u="none" dirty="0"/>
                        <a:t>~&gt; </a:t>
                      </a:r>
                      <a:r>
                        <a:rPr lang="en-US" b="0" dirty="0"/>
                        <a:t>Values smaller than a node go to its LEFT subtree.</a:t>
                      </a:r>
                    </a:p>
                    <a:p>
                      <a:pPr marL="0" indent="0" algn="l">
                        <a:buFont typeface="Arial" panose="020B0604020202020204" pitchFamily="34" charset="0"/>
                        <a:buNone/>
                      </a:pPr>
                      <a:endParaRPr lang="en-US" b="0" u="none" dirty="0"/>
                    </a:p>
                    <a:p>
                      <a:pPr marL="0" indent="0" algn="l">
                        <a:buFont typeface="Arial" panose="020B0604020202020204" pitchFamily="34" charset="0"/>
                        <a:buNone/>
                      </a:pPr>
                      <a:r>
                        <a:rPr lang="en-US" b="0" u="none" dirty="0"/>
                        <a:t>~&gt;</a:t>
                      </a:r>
                      <a:r>
                        <a:rPr lang="en-US" b="0" dirty="0"/>
                        <a:t>Values larger than a node go to its RIGHT subtree.</a:t>
                      </a:r>
                    </a:p>
                    <a:p>
                      <a:pPr marL="0" indent="0" algn="l">
                        <a:buFont typeface="Arial" panose="020B0604020202020204" pitchFamily="34" charset="0"/>
                        <a:buNone/>
                      </a:pPr>
                      <a:endParaRPr lang="en-US" b="0" u="none" dirty="0"/>
                    </a:p>
                    <a:p>
                      <a:pPr marL="0" indent="0" algn="l">
                        <a:buFont typeface="Arial" panose="020B0604020202020204" pitchFamily="34" charset="0"/>
                        <a:buNone/>
                      </a:pPr>
                      <a:r>
                        <a:rPr lang="en-US" b="0" u="none" dirty="0"/>
                        <a:t>~&gt; </a:t>
                      </a:r>
                      <a:r>
                        <a:rPr lang="en-US" b="0" dirty="0"/>
                        <a:t>This ordering makes it easier to decide </a:t>
                      </a:r>
                      <a:r>
                        <a:rPr lang="en-US" dirty="0"/>
                        <a:t>which direction to follow when searching or inserting.</a:t>
                      </a:r>
                      <a:endParaRPr lang="en-US" b="0" u="none" dirty="0"/>
                    </a:p>
                  </a:txBody>
                  <a:tcPr/>
                </a:tc>
                <a:extLst>
                  <a:ext uri="{0D108BD9-81ED-4DB2-BD59-A6C34878D82A}">
                    <a16:rowId xmlns:a16="http://schemas.microsoft.com/office/drawing/2014/main" val="2497859989"/>
                  </a:ext>
                </a:extLst>
              </a:tr>
            </a:tbl>
          </a:graphicData>
        </a:graphic>
      </p:graphicFrame>
    </p:spTree>
    <p:extLst>
      <p:ext uri="{BB962C8B-B14F-4D97-AF65-F5344CB8AC3E}">
        <p14:creationId xmlns:p14="http://schemas.microsoft.com/office/powerpoint/2010/main" val="166636896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a:extLst>
              <a:ext uri="{FF2B5EF4-FFF2-40B4-BE49-F238E27FC236}">
                <a16:creationId xmlns:a16="http://schemas.microsoft.com/office/drawing/2014/main" id="{3149BAAE-EFBA-E5E8-EE98-B704C1B57288}"/>
              </a:ext>
            </a:extLst>
          </p:cNvPr>
          <p:cNvSpPr txBox="1"/>
          <p:nvPr/>
        </p:nvSpPr>
        <p:spPr>
          <a:xfrm>
            <a:off x="2852928" y="0"/>
            <a:ext cx="5888736" cy="1692771"/>
          </a:xfrm>
          <a:prstGeom prst="rect">
            <a:avLst/>
          </a:prstGeom>
          <a:noFill/>
        </p:spPr>
        <p:txBody>
          <a:bodyPr wrap="square" rtlCol="0">
            <a:spAutoFit/>
          </a:bodyPr>
          <a:lstStyle/>
          <a:p>
            <a:pPr algn="ctr"/>
            <a:r>
              <a:rPr lang="en-US" sz="5400" b="1" u="sng" dirty="0"/>
              <a:t>Binary Tree</a:t>
            </a:r>
          </a:p>
          <a:p>
            <a:pPr algn="ctr"/>
            <a:endParaRPr lang="en-US" sz="5000" b="1" i="1" u="sng" dirty="0"/>
          </a:p>
        </p:txBody>
      </p:sp>
      <p:sp>
        <p:nvSpPr>
          <p:cNvPr id="8" name="Content Placeholder 7">
            <a:extLst>
              <a:ext uri="{FF2B5EF4-FFF2-40B4-BE49-F238E27FC236}">
                <a16:creationId xmlns:a16="http://schemas.microsoft.com/office/drawing/2014/main" id="{99467AA4-3FB2-4073-8AFF-694CFB5DFFAB}"/>
              </a:ext>
            </a:extLst>
          </p:cNvPr>
          <p:cNvSpPr>
            <a:spLocks noGrp="1"/>
          </p:cNvSpPr>
          <p:nvPr>
            <p:ph idx="1"/>
          </p:nvPr>
        </p:nvSpPr>
        <p:spPr>
          <a:xfrm>
            <a:off x="201168" y="987552"/>
            <a:ext cx="11695176" cy="5870448"/>
          </a:xfrm>
        </p:spPr>
        <p:txBody>
          <a:bodyPr/>
          <a:lstStyle/>
          <a:p>
            <a:endParaRPr lang="en-US" dirty="0"/>
          </a:p>
        </p:txBody>
      </p:sp>
      <p:sp>
        <p:nvSpPr>
          <p:cNvPr id="9" name="Oval 8">
            <a:extLst>
              <a:ext uri="{FF2B5EF4-FFF2-40B4-BE49-F238E27FC236}">
                <a16:creationId xmlns:a16="http://schemas.microsoft.com/office/drawing/2014/main" id="{246D0ECD-194A-50F2-3B64-FDC6D150EFCD}"/>
              </a:ext>
            </a:extLst>
          </p:cNvPr>
          <p:cNvSpPr/>
          <p:nvPr/>
        </p:nvSpPr>
        <p:spPr>
          <a:xfrm>
            <a:off x="5327904" y="1409307"/>
            <a:ext cx="768096" cy="566928"/>
          </a:xfrm>
          <a:prstGeom prst="ellipse">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dirty="0"/>
              <a:t>45</a:t>
            </a:r>
          </a:p>
        </p:txBody>
      </p:sp>
      <p:sp>
        <p:nvSpPr>
          <p:cNvPr id="13" name="Oval 12">
            <a:extLst>
              <a:ext uri="{FF2B5EF4-FFF2-40B4-BE49-F238E27FC236}">
                <a16:creationId xmlns:a16="http://schemas.microsoft.com/office/drawing/2014/main" id="{B037A176-7754-C24A-6D33-A71DDC35B1B2}"/>
              </a:ext>
            </a:extLst>
          </p:cNvPr>
          <p:cNvSpPr/>
          <p:nvPr/>
        </p:nvSpPr>
        <p:spPr>
          <a:xfrm>
            <a:off x="8357616" y="4748784"/>
            <a:ext cx="768096" cy="566928"/>
          </a:xfrm>
          <a:prstGeom prst="ellipse">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dirty="0"/>
              <a:t>84</a:t>
            </a:r>
          </a:p>
        </p:txBody>
      </p:sp>
      <p:sp>
        <p:nvSpPr>
          <p:cNvPr id="15" name="Oval 14">
            <a:extLst>
              <a:ext uri="{FF2B5EF4-FFF2-40B4-BE49-F238E27FC236}">
                <a16:creationId xmlns:a16="http://schemas.microsoft.com/office/drawing/2014/main" id="{C5DD904B-EE56-29BF-EA5E-B853E658A5D3}"/>
              </a:ext>
            </a:extLst>
          </p:cNvPr>
          <p:cNvSpPr/>
          <p:nvPr/>
        </p:nvSpPr>
        <p:spPr>
          <a:xfrm>
            <a:off x="7342632" y="2862072"/>
            <a:ext cx="768096" cy="566928"/>
          </a:xfrm>
          <a:prstGeom prst="ellipse">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dirty="0"/>
              <a:t>28</a:t>
            </a:r>
          </a:p>
        </p:txBody>
      </p:sp>
      <p:sp>
        <p:nvSpPr>
          <p:cNvPr id="17" name="Oval 16">
            <a:extLst>
              <a:ext uri="{FF2B5EF4-FFF2-40B4-BE49-F238E27FC236}">
                <a16:creationId xmlns:a16="http://schemas.microsoft.com/office/drawing/2014/main" id="{8CB00A7D-AF31-F242-7CAB-D988DAD5479A}"/>
              </a:ext>
            </a:extLst>
          </p:cNvPr>
          <p:cNvSpPr/>
          <p:nvPr/>
        </p:nvSpPr>
        <p:spPr>
          <a:xfrm>
            <a:off x="3787902" y="4928616"/>
            <a:ext cx="768096" cy="566928"/>
          </a:xfrm>
          <a:prstGeom prst="ellipse">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dirty="0"/>
              <a:t>61</a:t>
            </a:r>
          </a:p>
        </p:txBody>
      </p:sp>
      <p:sp>
        <p:nvSpPr>
          <p:cNvPr id="19" name="Oval 18">
            <a:extLst>
              <a:ext uri="{FF2B5EF4-FFF2-40B4-BE49-F238E27FC236}">
                <a16:creationId xmlns:a16="http://schemas.microsoft.com/office/drawing/2014/main" id="{A7E7C736-65D7-9033-CB9E-FE2244099B76}"/>
              </a:ext>
            </a:extLst>
          </p:cNvPr>
          <p:cNvSpPr/>
          <p:nvPr/>
        </p:nvSpPr>
        <p:spPr>
          <a:xfrm>
            <a:off x="2788920" y="2699569"/>
            <a:ext cx="768096" cy="566928"/>
          </a:xfrm>
          <a:prstGeom prst="ellipse">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dirty="0"/>
              <a:t>72</a:t>
            </a:r>
          </a:p>
        </p:txBody>
      </p:sp>
      <p:sp>
        <p:nvSpPr>
          <p:cNvPr id="21" name="Oval 20">
            <a:extLst>
              <a:ext uri="{FF2B5EF4-FFF2-40B4-BE49-F238E27FC236}">
                <a16:creationId xmlns:a16="http://schemas.microsoft.com/office/drawing/2014/main" id="{16986583-90BB-C0DC-9A42-31464A66152E}"/>
              </a:ext>
            </a:extLst>
          </p:cNvPr>
          <p:cNvSpPr/>
          <p:nvPr/>
        </p:nvSpPr>
        <p:spPr>
          <a:xfrm>
            <a:off x="1421421" y="4791456"/>
            <a:ext cx="768096" cy="566928"/>
          </a:xfrm>
          <a:prstGeom prst="ellipse">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dirty="0"/>
              <a:t>16</a:t>
            </a:r>
          </a:p>
        </p:txBody>
      </p:sp>
      <p:cxnSp>
        <p:nvCxnSpPr>
          <p:cNvPr id="23" name="Straight Connector 22">
            <a:extLst>
              <a:ext uri="{FF2B5EF4-FFF2-40B4-BE49-F238E27FC236}">
                <a16:creationId xmlns:a16="http://schemas.microsoft.com/office/drawing/2014/main" id="{11BF7CD3-D798-216F-ADEB-EF9E91A316E0}"/>
              </a:ext>
            </a:extLst>
          </p:cNvPr>
          <p:cNvCxnSpPr>
            <a:cxnSpLocks/>
            <a:endCxn id="17" idx="0"/>
          </p:cNvCxnSpPr>
          <p:nvPr/>
        </p:nvCxnSpPr>
        <p:spPr>
          <a:xfrm>
            <a:off x="3330702" y="3212084"/>
            <a:ext cx="841248" cy="1716532"/>
          </a:xfrm>
          <a:prstGeom prst="line">
            <a:avLst/>
          </a:prstGeom>
        </p:spPr>
        <p:style>
          <a:lnRef idx="2">
            <a:schemeClr val="accent1"/>
          </a:lnRef>
          <a:fillRef idx="0">
            <a:schemeClr val="accent1"/>
          </a:fillRef>
          <a:effectRef idx="1">
            <a:schemeClr val="accent1"/>
          </a:effectRef>
          <a:fontRef idx="minor">
            <a:schemeClr val="tx1"/>
          </a:fontRef>
        </p:style>
      </p:cxnSp>
      <p:cxnSp>
        <p:nvCxnSpPr>
          <p:cNvPr id="24" name="Straight Connector 23">
            <a:extLst>
              <a:ext uri="{FF2B5EF4-FFF2-40B4-BE49-F238E27FC236}">
                <a16:creationId xmlns:a16="http://schemas.microsoft.com/office/drawing/2014/main" id="{0DF251F9-4266-D9D6-009A-0AE784252B08}"/>
              </a:ext>
            </a:extLst>
          </p:cNvPr>
          <p:cNvCxnSpPr>
            <a:cxnSpLocks/>
            <a:stCxn id="9" idx="2"/>
            <a:endCxn id="19" idx="7"/>
          </p:cNvCxnSpPr>
          <p:nvPr/>
        </p:nvCxnSpPr>
        <p:spPr>
          <a:xfrm flipH="1">
            <a:off x="3444531" y="1692771"/>
            <a:ext cx="1883373" cy="1089823"/>
          </a:xfrm>
          <a:prstGeom prst="line">
            <a:avLst/>
          </a:prstGeom>
        </p:spPr>
        <p:style>
          <a:lnRef idx="2">
            <a:schemeClr val="accent1"/>
          </a:lnRef>
          <a:fillRef idx="0">
            <a:schemeClr val="accent1"/>
          </a:fillRef>
          <a:effectRef idx="1">
            <a:schemeClr val="accent1"/>
          </a:effectRef>
          <a:fontRef idx="minor">
            <a:schemeClr val="tx1"/>
          </a:fontRef>
        </p:style>
      </p:cxnSp>
      <p:cxnSp>
        <p:nvCxnSpPr>
          <p:cNvPr id="25" name="Straight Connector 24">
            <a:extLst>
              <a:ext uri="{FF2B5EF4-FFF2-40B4-BE49-F238E27FC236}">
                <a16:creationId xmlns:a16="http://schemas.microsoft.com/office/drawing/2014/main" id="{663F08CB-CA9D-92F9-F460-FFE24D32A3B3}"/>
              </a:ext>
            </a:extLst>
          </p:cNvPr>
          <p:cNvCxnSpPr>
            <a:cxnSpLocks/>
            <a:endCxn id="21" idx="0"/>
          </p:cNvCxnSpPr>
          <p:nvPr/>
        </p:nvCxnSpPr>
        <p:spPr>
          <a:xfrm flipH="1">
            <a:off x="1805469" y="3023338"/>
            <a:ext cx="1165860" cy="1768118"/>
          </a:xfrm>
          <a:prstGeom prst="line">
            <a:avLst/>
          </a:prstGeom>
        </p:spPr>
        <p:style>
          <a:lnRef idx="2">
            <a:schemeClr val="accent1"/>
          </a:lnRef>
          <a:fillRef idx="0">
            <a:schemeClr val="accent1"/>
          </a:fillRef>
          <a:effectRef idx="1">
            <a:schemeClr val="accent1"/>
          </a:effectRef>
          <a:fontRef idx="minor">
            <a:schemeClr val="tx1"/>
          </a:fontRef>
        </p:style>
      </p:cxnSp>
      <p:cxnSp>
        <p:nvCxnSpPr>
          <p:cNvPr id="31" name="Straight Connector 30">
            <a:extLst>
              <a:ext uri="{FF2B5EF4-FFF2-40B4-BE49-F238E27FC236}">
                <a16:creationId xmlns:a16="http://schemas.microsoft.com/office/drawing/2014/main" id="{C96C5B12-C045-83D7-018C-90D584370801}"/>
              </a:ext>
            </a:extLst>
          </p:cNvPr>
          <p:cNvCxnSpPr>
            <a:cxnSpLocks/>
            <a:endCxn id="13" idx="1"/>
          </p:cNvCxnSpPr>
          <p:nvPr/>
        </p:nvCxnSpPr>
        <p:spPr>
          <a:xfrm>
            <a:off x="7866888" y="3367992"/>
            <a:ext cx="603213" cy="1463817"/>
          </a:xfrm>
          <a:prstGeom prst="line">
            <a:avLst/>
          </a:prstGeom>
        </p:spPr>
        <p:style>
          <a:lnRef idx="2">
            <a:schemeClr val="accent1"/>
          </a:lnRef>
          <a:fillRef idx="0">
            <a:schemeClr val="accent1"/>
          </a:fillRef>
          <a:effectRef idx="1">
            <a:schemeClr val="accent1"/>
          </a:effectRef>
          <a:fontRef idx="minor">
            <a:schemeClr val="tx1"/>
          </a:fontRef>
        </p:style>
      </p:cxnSp>
      <p:cxnSp>
        <p:nvCxnSpPr>
          <p:cNvPr id="32" name="Straight Connector 31">
            <a:extLst>
              <a:ext uri="{FF2B5EF4-FFF2-40B4-BE49-F238E27FC236}">
                <a16:creationId xmlns:a16="http://schemas.microsoft.com/office/drawing/2014/main" id="{D8B39341-AF74-2EB0-B416-AEE8EAE12CF8}"/>
              </a:ext>
            </a:extLst>
          </p:cNvPr>
          <p:cNvCxnSpPr>
            <a:cxnSpLocks/>
            <a:endCxn id="15" idx="1"/>
          </p:cNvCxnSpPr>
          <p:nvPr/>
        </p:nvCxnSpPr>
        <p:spPr>
          <a:xfrm>
            <a:off x="5983515" y="1907516"/>
            <a:ext cx="1471602" cy="1037581"/>
          </a:xfrm>
          <a:prstGeom prst="line">
            <a:avLst/>
          </a:prstGeom>
        </p:spPr>
        <p:style>
          <a:lnRef idx="2">
            <a:schemeClr val="accent1"/>
          </a:lnRef>
          <a:fillRef idx="0">
            <a:schemeClr val="accent1"/>
          </a:fillRef>
          <a:effectRef idx="1">
            <a:schemeClr val="accent1"/>
          </a:effectRef>
          <a:fontRef idx="minor">
            <a:schemeClr val="tx1"/>
          </a:fontRef>
        </p:style>
      </p:cxnSp>
      <p:sp>
        <p:nvSpPr>
          <p:cNvPr id="35" name="TextBox 34">
            <a:extLst>
              <a:ext uri="{FF2B5EF4-FFF2-40B4-BE49-F238E27FC236}">
                <a16:creationId xmlns:a16="http://schemas.microsoft.com/office/drawing/2014/main" id="{8EAC0C08-334E-64E9-3F7F-FF1D7CE5DAB9}"/>
              </a:ext>
            </a:extLst>
          </p:cNvPr>
          <p:cNvSpPr txBox="1"/>
          <p:nvPr/>
        </p:nvSpPr>
        <p:spPr>
          <a:xfrm>
            <a:off x="5340096" y="1039975"/>
            <a:ext cx="914400" cy="369332"/>
          </a:xfrm>
          <a:prstGeom prst="rect">
            <a:avLst/>
          </a:prstGeom>
          <a:noFill/>
        </p:spPr>
        <p:txBody>
          <a:bodyPr wrap="square" rtlCol="0">
            <a:spAutoFit/>
          </a:bodyPr>
          <a:lstStyle/>
          <a:p>
            <a:r>
              <a:rPr lang="en-US" b="1" dirty="0"/>
              <a:t>ROOT</a:t>
            </a:r>
          </a:p>
        </p:txBody>
      </p:sp>
      <p:sp>
        <p:nvSpPr>
          <p:cNvPr id="36" name="TextBox 35">
            <a:extLst>
              <a:ext uri="{FF2B5EF4-FFF2-40B4-BE49-F238E27FC236}">
                <a16:creationId xmlns:a16="http://schemas.microsoft.com/office/drawing/2014/main" id="{1A1549D3-3EA8-4669-6984-E346073E7DC8}"/>
              </a:ext>
            </a:extLst>
          </p:cNvPr>
          <p:cNvSpPr txBox="1"/>
          <p:nvPr/>
        </p:nvSpPr>
        <p:spPr>
          <a:xfrm>
            <a:off x="4071366" y="6495770"/>
            <a:ext cx="2994660" cy="369332"/>
          </a:xfrm>
          <a:prstGeom prst="rect">
            <a:avLst/>
          </a:prstGeom>
          <a:noFill/>
        </p:spPr>
        <p:txBody>
          <a:bodyPr wrap="square" rtlCol="0">
            <a:spAutoFit/>
          </a:bodyPr>
          <a:lstStyle/>
          <a:p>
            <a:r>
              <a:rPr lang="en-US" b="1" dirty="0"/>
              <a:t>LEAF  NODES – NO CHILD</a:t>
            </a:r>
          </a:p>
        </p:txBody>
      </p:sp>
      <p:sp>
        <p:nvSpPr>
          <p:cNvPr id="38" name="TextBox 37">
            <a:extLst>
              <a:ext uri="{FF2B5EF4-FFF2-40B4-BE49-F238E27FC236}">
                <a16:creationId xmlns:a16="http://schemas.microsoft.com/office/drawing/2014/main" id="{B7519FFD-DF22-866A-B468-5A371A486980}"/>
              </a:ext>
            </a:extLst>
          </p:cNvPr>
          <p:cNvSpPr txBox="1"/>
          <p:nvPr/>
        </p:nvSpPr>
        <p:spPr>
          <a:xfrm>
            <a:off x="2173986" y="2103140"/>
            <a:ext cx="914400" cy="646331"/>
          </a:xfrm>
          <a:prstGeom prst="rect">
            <a:avLst/>
          </a:prstGeom>
          <a:noFill/>
        </p:spPr>
        <p:txBody>
          <a:bodyPr wrap="square" rtlCol="0">
            <a:spAutoFit/>
          </a:bodyPr>
          <a:lstStyle/>
          <a:p>
            <a:r>
              <a:rPr lang="en-US" b="1" dirty="0"/>
              <a:t>LEFT CHILD</a:t>
            </a:r>
          </a:p>
        </p:txBody>
      </p:sp>
      <p:sp>
        <p:nvSpPr>
          <p:cNvPr id="40" name="TextBox 39">
            <a:extLst>
              <a:ext uri="{FF2B5EF4-FFF2-40B4-BE49-F238E27FC236}">
                <a16:creationId xmlns:a16="http://schemas.microsoft.com/office/drawing/2014/main" id="{4C40034B-4289-F5CA-7D7F-78F156DEA9C5}"/>
              </a:ext>
            </a:extLst>
          </p:cNvPr>
          <p:cNvSpPr txBox="1"/>
          <p:nvPr/>
        </p:nvSpPr>
        <p:spPr>
          <a:xfrm>
            <a:off x="7959852" y="2262210"/>
            <a:ext cx="914400" cy="646331"/>
          </a:xfrm>
          <a:prstGeom prst="rect">
            <a:avLst/>
          </a:prstGeom>
          <a:noFill/>
        </p:spPr>
        <p:txBody>
          <a:bodyPr wrap="square" rtlCol="0">
            <a:spAutoFit/>
          </a:bodyPr>
          <a:lstStyle/>
          <a:p>
            <a:r>
              <a:rPr lang="en-US" b="1" dirty="0"/>
              <a:t>RIGHT CHILD</a:t>
            </a:r>
          </a:p>
        </p:txBody>
      </p:sp>
      <p:sp>
        <p:nvSpPr>
          <p:cNvPr id="43" name="Right Brace 42">
            <a:extLst>
              <a:ext uri="{FF2B5EF4-FFF2-40B4-BE49-F238E27FC236}">
                <a16:creationId xmlns:a16="http://schemas.microsoft.com/office/drawing/2014/main" id="{475B12D7-F73E-15B6-049A-642F6A771DC2}"/>
              </a:ext>
            </a:extLst>
          </p:cNvPr>
          <p:cNvSpPr/>
          <p:nvPr/>
        </p:nvSpPr>
        <p:spPr>
          <a:xfrm rot="5400000">
            <a:off x="4750073" y="2343630"/>
            <a:ext cx="1234440" cy="7278153"/>
          </a:xfrm>
          <a:prstGeom prst="rightBrace">
            <a:avLst/>
          </a:prstGeom>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a:p>
        </p:txBody>
      </p:sp>
    </p:spTree>
    <p:extLst>
      <p:ext uri="{BB962C8B-B14F-4D97-AF65-F5344CB8AC3E}">
        <p14:creationId xmlns:p14="http://schemas.microsoft.com/office/powerpoint/2010/main" val="406201783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D72EAA8D-A10A-874B-8218-F0D793B4D66B}"/>
              </a:ext>
            </a:extLst>
          </p:cNvPr>
          <p:cNvSpPr>
            <a:spLocks noGrp="1"/>
          </p:cNvSpPr>
          <p:nvPr>
            <p:ph idx="1"/>
          </p:nvPr>
        </p:nvSpPr>
        <p:spPr>
          <a:xfrm>
            <a:off x="237744" y="146304"/>
            <a:ext cx="11116056" cy="6510528"/>
          </a:xfrm>
        </p:spPr>
        <p:txBody>
          <a:bodyPr>
            <a:noAutofit/>
          </a:bodyPr>
          <a:lstStyle/>
          <a:p>
            <a:r>
              <a:rPr lang="en-US" sz="4000" dirty="0"/>
              <a:t>“This is a Binary Tree. The top node 45 is the root. It has two children, 72 and 28. Node 72 also has two children, 16 and 61, while node 28 has one child, 84. The nodes 16, 61, and 84 have no children, so they are leaf nodes. A Binary Tree allows a maximum of two children for each node. The values do not need to be numerically ordered, which is why 72 can be on the left side of 45.”</a:t>
            </a:r>
          </a:p>
        </p:txBody>
      </p:sp>
    </p:spTree>
    <p:extLst>
      <p:ext uri="{BB962C8B-B14F-4D97-AF65-F5344CB8AC3E}">
        <p14:creationId xmlns:p14="http://schemas.microsoft.com/office/powerpoint/2010/main" val="354164372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Oval 3">
            <a:extLst>
              <a:ext uri="{FF2B5EF4-FFF2-40B4-BE49-F238E27FC236}">
                <a16:creationId xmlns:a16="http://schemas.microsoft.com/office/drawing/2014/main" id="{0FECD35D-7A3E-2063-A977-EF580CD01511}"/>
              </a:ext>
            </a:extLst>
          </p:cNvPr>
          <p:cNvSpPr/>
          <p:nvPr/>
        </p:nvSpPr>
        <p:spPr>
          <a:xfrm>
            <a:off x="5285232" y="496824"/>
            <a:ext cx="630936" cy="457200"/>
          </a:xfrm>
          <a:prstGeom prst="ellipse">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dirty="0">
                <a:solidFill>
                  <a:srgbClr val="FF0000"/>
                </a:solidFill>
              </a:rPr>
              <a:t>52</a:t>
            </a:r>
          </a:p>
        </p:txBody>
      </p:sp>
      <p:sp>
        <p:nvSpPr>
          <p:cNvPr id="6" name="Oval 5">
            <a:extLst>
              <a:ext uri="{FF2B5EF4-FFF2-40B4-BE49-F238E27FC236}">
                <a16:creationId xmlns:a16="http://schemas.microsoft.com/office/drawing/2014/main" id="{F8F9C71D-CA53-29F1-5B5E-B4B160970828}"/>
              </a:ext>
            </a:extLst>
          </p:cNvPr>
          <p:cNvSpPr/>
          <p:nvPr/>
        </p:nvSpPr>
        <p:spPr>
          <a:xfrm>
            <a:off x="3989832" y="1859280"/>
            <a:ext cx="630936" cy="457200"/>
          </a:xfrm>
          <a:prstGeom prst="ellipse">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dirty="0"/>
              <a:t>31</a:t>
            </a:r>
          </a:p>
        </p:txBody>
      </p:sp>
      <p:sp>
        <p:nvSpPr>
          <p:cNvPr id="8" name="Oval 7">
            <a:extLst>
              <a:ext uri="{FF2B5EF4-FFF2-40B4-BE49-F238E27FC236}">
                <a16:creationId xmlns:a16="http://schemas.microsoft.com/office/drawing/2014/main" id="{F495FF28-5387-C6D0-C3B7-8FCA8DF1DC2F}"/>
              </a:ext>
            </a:extLst>
          </p:cNvPr>
          <p:cNvSpPr/>
          <p:nvPr/>
        </p:nvSpPr>
        <p:spPr>
          <a:xfrm>
            <a:off x="4620768" y="3319272"/>
            <a:ext cx="630936" cy="457200"/>
          </a:xfrm>
          <a:prstGeom prst="ellipse">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dirty="0"/>
              <a:t>43</a:t>
            </a:r>
          </a:p>
        </p:txBody>
      </p:sp>
      <p:sp>
        <p:nvSpPr>
          <p:cNvPr id="10" name="Oval 9">
            <a:extLst>
              <a:ext uri="{FF2B5EF4-FFF2-40B4-BE49-F238E27FC236}">
                <a16:creationId xmlns:a16="http://schemas.microsoft.com/office/drawing/2014/main" id="{FF1E9D0E-93BA-04AA-3D02-506F9B9454CC}"/>
              </a:ext>
            </a:extLst>
          </p:cNvPr>
          <p:cNvSpPr/>
          <p:nvPr/>
        </p:nvSpPr>
        <p:spPr>
          <a:xfrm>
            <a:off x="4799076" y="4730496"/>
            <a:ext cx="630936" cy="457200"/>
          </a:xfrm>
          <a:prstGeom prst="ellipse">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dirty="0"/>
              <a:t>47</a:t>
            </a:r>
          </a:p>
        </p:txBody>
      </p:sp>
      <p:sp>
        <p:nvSpPr>
          <p:cNvPr id="14" name="Oval 13">
            <a:extLst>
              <a:ext uri="{FF2B5EF4-FFF2-40B4-BE49-F238E27FC236}">
                <a16:creationId xmlns:a16="http://schemas.microsoft.com/office/drawing/2014/main" id="{4C14A20C-6324-9847-C6A3-89955CF36963}"/>
              </a:ext>
            </a:extLst>
          </p:cNvPr>
          <p:cNvSpPr/>
          <p:nvPr/>
        </p:nvSpPr>
        <p:spPr>
          <a:xfrm>
            <a:off x="8459724" y="4760976"/>
            <a:ext cx="630936" cy="457200"/>
          </a:xfrm>
          <a:prstGeom prst="ellipse">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dirty="0"/>
              <a:t>79</a:t>
            </a:r>
          </a:p>
        </p:txBody>
      </p:sp>
      <p:sp>
        <p:nvSpPr>
          <p:cNvPr id="16" name="Oval 15">
            <a:extLst>
              <a:ext uri="{FF2B5EF4-FFF2-40B4-BE49-F238E27FC236}">
                <a16:creationId xmlns:a16="http://schemas.microsoft.com/office/drawing/2014/main" id="{DCAE0386-D972-2308-2602-A934E97951DD}"/>
              </a:ext>
            </a:extLst>
          </p:cNvPr>
          <p:cNvSpPr/>
          <p:nvPr/>
        </p:nvSpPr>
        <p:spPr>
          <a:xfrm>
            <a:off x="7248144" y="1859280"/>
            <a:ext cx="630936" cy="457200"/>
          </a:xfrm>
          <a:prstGeom prst="ellipse">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dirty="0"/>
              <a:t>74</a:t>
            </a:r>
          </a:p>
        </p:txBody>
      </p:sp>
      <p:sp>
        <p:nvSpPr>
          <p:cNvPr id="18" name="Oval 17">
            <a:extLst>
              <a:ext uri="{FF2B5EF4-FFF2-40B4-BE49-F238E27FC236}">
                <a16:creationId xmlns:a16="http://schemas.microsoft.com/office/drawing/2014/main" id="{C33C59A0-4B76-7128-FCA9-FD6D47D4B5ED}"/>
              </a:ext>
            </a:extLst>
          </p:cNvPr>
          <p:cNvSpPr/>
          <p:nvPr/>
        </p:nvSpPr>
        <p:spPr>
          <a:xfrm>
            <a:off x="2883408" y="3282696"/>
            <a:ext cx="630936" cy="457200"/>
          </a:xfrm>
          <a:prstGeom prst="ellipse">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dirty="0"/>
              <a:t>18</a:t>
            </a:r>
          </a:p>
        </p:txBody>
      </p:sp>
      <p:sp>
        <p:nvSpPr>
          <p:cNvPr id="20" name="Oval 19">
            <a:extLst>
              <a:ext uri="{FF2B5EF4-FFF2-40B4-BE49-F238E27FC236}">
                <a16:creationId xmlns:a16="http://schemas.microsoft.com/office/drawing/2014/main" id="{EF3237EC-38C6-D64C-6217-81A334F94A9D}"/>
              </a:ext>
            </a:extLst>
          </p:cNvPr>
          <p:cNvSpPr/>
          <p:nvPr/>
        </p:nvSpPr>
        <p:spPr>
          <a:xfrm>
            <a:off x="8570976" y="3255264"/>
            <a:ext cx="630936" cy="457200"/>
          </a:xfrm>
          <a:prstGeom prst="ellipse">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dirty="0"/>
              <a:t>86</a:t>
            </a:r>
          </a:p>
        </p:txBody>
      </p:sp>
      <p:sp>
        <p:nvSpPr>
          <p:cNvPr id="22" name="Oval 21">
            <a:extLst>
              <a:ext uri="{FF2B5EF4-FFF2-40B4-BE49-F238E27FC236}">
                <a16:creationId xmlns:a16="http://schemas.microsoft.com/office/drawing/2014/main" id="{A1F55DCE-52AD-4FA3-D835-2A83935F7FE2}"/>
              </a:ext>
            </a:extLst>
          </p:cNvPr>
          <p:cNvSpPr/>
          <p:nvPr/>
        </p:nvSpPr>
        <p:spPr>
          <a:xfrm>
            <a:off x="9994392" y="4712208"/>
            <a:ext cx="630936" cy="457200"/>
          </a:xfrm>
          <a:prstGeom prst="ellipse">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dirty="0"/>
              <a:t>92</a:t>
            </a:r>
          </a:p>
        </p:txBody>
      </p:sp>
      <p:sp>
        <p:nvSpPr>
          <p:cNvPr id="24" name="Oval 23">
            <a:extLst>
              <a:ext uri="{FF2B5EF4-FFF2-40B4-BE49-F238E27FC236}">
                <a16:creationId xmlns:a16="http://schemas.microsoft.com/office/drawing/2014/main" id="{2D123D09-ABC5-9899-4562-C19FF9B20A92}"/>
              </a:ext>
            </a:extLst>
          </p:cNvPr>
          <p:cNvSpPr/>
          <p:nvPr/>
        </p:nvSpPr>
        <p:spPr>
          <a:xfrm>
            <a:off x="6166866" y="4730496"/>
            <a:ext cx="630936" cy="457200"/>
          </a:xfrm>
          <a:prstGeom prst="ellipse">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dirty="0"/>
              <a:t>59</a:t>
            </a:r>
          </a:p>
        </p:txBody>
      </p:sp>
      <p:sp>
        <p:nvSpPr>
          <p:cNvPr id="26" name="Oval 25">
            <a:extLst>
              <a:ext uri="{FF2B5EF4-FFF2-40B4-BE49-F238E27FC236}">
                <a16:creationId xmlns:a16="http://schemas.microsoft.com/office/drawing/2014/main" id="{E87F45AC-9FB4-0E5D-A526-9324E0E6BFED}"/>
              </a:ext>
            </a:extLst>
          </p:cNvPr>
          <p:cNvSpPr/>
          <p:nvPr/>
        </p:nvSpPr>
        <p:spPr>
          <a:xfrm>
            <a:off x="6696456" y="3200400"/>
            <a:ext cx="630936" cy="457200"/>
          </a:xfrm>
          <a:prstGeom prst="ellipse">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dirty="0"/>
              <a:t>63</a:t>
            </a:r>
          </a:p>
        </p:txBody>
      </p:sp>
      <p:sp>
        <p:nvSpPr>
          <p:cNvPr id="28" name="Oval 27">
            <a:extLst>
              <a:ext uri="{FF2B5EF4-FFF2-40B4-BE49-F238E27FC236}">
                <a16:creationId xmlns:a16="http://schemas.microsoft.com/office/drawing/2014/main" id="{632BA289-4C27-770C-B72B-5DC36DBCE7BB}"/>
              </a:ext>
            </a:extLst>
          </p:cNvPr>
          <p:cNvSpPr/>
          <p:nvPr/>
        </p:nvSpPr>
        <p:spPr>
          <a:xfrm>
            <a:off x="7407402" y="4703064"/>
            <a:ext cx="630936" cy="457200"/>
          </a:xfrm>
          <a:prstGeom prst="ellipse">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dirty="0"/>
              <a:t>68</a:t>
            </a:r>
          </a:p>
        </p:txBody>
      </p:sp>
      <p:sp>
        <p:nvSpPr>
          <p:cNvPr id="30" name="Oval 29">
            <a:extLst>
              <a:ext uri="{FF2B5EF4-FFF2-40B4-BE49-F238E27FC236}">
                <a16:creationId xmlns:a16="http://schemas.microsoft.com/office/drawing/2014/main" id="{38AAC820-0B25-9E66-98DF-E3F443CB5426}"/>
              </a:ext>
            </a:extLst>
          </p:cNvPr>
          <p:cNvSpPr/>
          <p:nvPr/>
        </p:nvSpPr>
        <p:spPr>
          <a:xfrm>
            <a:off x="2328672" y="4703064"/>
            <a:ext cx="630936" cy="457200"/>
          </a:xfrm>
          <a:prstGeom prst="ellipse">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dirty="0"/>
              <a:t>27</a:t>
            </a:r>
          </a:p>
        </p:txBody>
      </p:sp>
      <p:cxnSp>
        <p:nvCxnSpPr>
          <p:cNvPr id="32" name="Straight Connector 31">
            <a:extLst>
              <a:ext uri="{FF2B5EF4-FFF2-40B4-BE49-F238E27FC236}">
                <a16:creationId xmlns:a16="http://schemas.microsoft.com/office/drawing/2014/main" id="{E7B3C089-391A-8538-A15E-2CA2A8EFBF62}"/>
              </a:ext>
            </a:extLst>
          </p:cNvPr>
          <p:cNvCxnSpPr>
            <a:cxnSpLocks/>
            <a:stCxn id="20" idx="3"/>
            <a:endCxn id="14" idx="0"/>
          </p:cNvCxnSpPr>
          <p:nvPr/>
        </p:nvCxnSpPr>
        <p:spPr>
          <a:xfrm>
            <a:off x="8663374" y="3645509"/>
            <a:ext cx="111818" cy="1115467"/>
          </a:xfrm>
          <a:prstGeom prst="line">
            <a:avLst/>
          </a:prstGeom>
        </p:spPr>
        <p:style>
          <a:lnRef idx="2">
            <a:schemeClr val="accent1"/>
          </a:lnRef>
          <a:fillRef idx="0">
            <a:schemeClr val="accent1"/>
          </a:fillRef>
          <a:effectRef idx="1">
            <a:schemeClr val="accent1"/>
          </a:effectRef>
          <a:fontRef idx="minor">
            <a:schemeClr val="tx1"/>
          </a:fontRef>
        </p:style>
      </p:cxnSp>
      <p:cxnSp>
        <p:nvCxnSpPr>
          <p:cNvPr id="33" name="Straight Connector 32">
            <a:extLst>
              <a:ext uri="{FF2B5EF4-FFF2-40B4-BE49-F238E27FC236}">
                <a16:creationId xmlns:a16="http://schemas.microsoft.com/office/drawing/2014/main" id="{747D5353-2ED4-61CE-8551-A168D48CE033}"/>
              </a:ext>
            </a:extLst>
          </p:cNvPr>
          <p:cNvCxnSpPr>
            <a:cxnSpLocks/>
            <a:stCxn id="6" idx="5"/>
            <a:endCxn id="8" idx="0"/>
          </p:cNvCxnSpPr>
          <p:nvPr/>
        </p:nvCxnSpPr>
        <p:spPr>
          <a:xfrm>
            <a:off x="4528370" y="2249525"/>
            <a:ext cx="407866" cy="1069747"/>
          </a:xfrm>
          <a:prstGeom prst="line">
            <a:avLst/>
          </a:prstGeom>
        </p:spPr>
        <p:style>
          <a:lnRef idx="2">
            <a:schemeClr val="accent1"/>
          </a:lnRef>
          <a:fillRef idx="0">
            <a:schemeClr val="accent1"/>
          </a:fillRef>
          <a:effectRef idx="1">
            <a:schemeClr val="accent1"/>
          </a:effectRef>
          <a:fontRef idx="minor">
            <a:schemeClr val="tx1"/>
          </a:fontRef>
        </p:style>
      </p:cxnSp>
      <p:cxnSp>
        <p:nvCxnSpPr>
          <p:cNvPr id="34" name="Straight Connector 33">
            <a:extLst>
              <a:ext uri="{FF2B5EF4-FFF2-40B4-BE49-F238E27FC236}">
                <a16:creationId xmlns:a16="http://schemas.microsoft.com/office/drawing/2014/main" id="{D65D32A1-8FA7-49C6-8D68-C32C7615548C}"/>
              </a:ext>
            </a:extLst>
          </p:cNvPr>
          <p:cNvCxnSpPr>
            <a:cxnSpLocks/>
            <a:stCxn id="8" idx="4"/>
          </p:cNvCxnSpPr>
          <p:nvPr/>
        </p:nvCxnSpPr>
        <p:spPr>
          <a:xfrm>
            <a:off x="4936236" y="3776472"/>
            <a:ext cx="104296" cy="1124712"/>
          </a:xfrm>
          <a:prstGeom prst="line">
            <a:avLst/>
          </a:prstGeom>
        </p:spPr>
        <p:style>
          <a:lnRef idx="2">
            <a:schemeClr val="accent1"/>
          </a:lnRef>
          <a:fillRef idx="0">
            <a:schemeClr val="accent1"/>
          </a:fillRef>
          <a:effectRef idx="1">
            <a:schemeClr val="accent1"/>
          </a:effectRef>
          <a:fontRef idx="minor">
            <a:schemeClr val="tx1"/>
          </a:fontRef>
        </p:style>
      </p:cxnSp>
      <p:cxnSp>
        <p:nvCxnSpPr>
          <p:cNvPr id="35" name="Straight Connector 34">
            <a:extLst>
              <a:ext uri="{FF2B5EF4-FFF2-40B4-BE49-F238E27FC236}">
                <a16:creationId xmlns:a16="http://schemas.microsoft.com/office/drawing/2014/main" id="{21776E2D-4673-9C7C-D211-EBB4217C2B41}"/>
              </a:ext>
            </a:extLst>
          </p:cNvPr>
          <p:cNvCxnSpPr>
            <a:cxnSpLocks/>
            <a:endCxn id="30" idx="0"/>
          </p:cNvCxnSpPr>
          <p:nvPr/>
        </p:nvCxnSpPr>
        <p:spPr>
          <a:xfrm flipH="1">
            <a:off x="2644140" y="3712464"/>
            <a:ext cx="431292" cy="990600"/>
          </a:xfrm>
          <a:prstGeom prst="line">
            <a:avLst/>
          </a:prstGeom>
        </p:spPr>
        <p:style>
          <a:lnRef idx="2">
            <a:schemeClr val="accent1"/>
          </a:lnRef>
          <a:fillRef idx="0">
            <a:schemeClr val="accent1"/>
          </a:fillRef>
          <a:effectRef idx="1">
            <a:schemeClr val="accent1"/>
          </a:effectRef>
          <a:fontRef idx="minor">
            <a:schemeClr val="tx1"/>
          </a:fontRef>
        </p:style>
      </p:cxnSp>
      <p:cxnSp>
        <p:nvCxnSpPr>
          <p:cNvPr id="36" name="Straight Connector 35">
            <a:extLst>
              <a:ext uri="{FF2B5EF4-FFF2-40B4-BE49-F238E27FC236}">
                <a16:creationId xmlns:a16="http://schemas.microsoft.com/office/drawing/2014/main" id="{D2D96393-1E0D-29C0-C9B9-7287FC50884B}"/>
              </a:ext>
            </a:extLst>
          </p:cNvPr>
          <p:cNvCxnSpPr>
            <a:cxnSpLocks/>
            <a:stCxn id="6" idx="3"/>
            <a:endCxn id="18" idx="7"/>
          </p:cNvCxnSpPr>
          <p:nvPr/>
        </p:nvCxnSpPr>
        <p:spPr>
          <a:xfrm flipH="1">
            <a:off x="3421946" y="2249525"/>
            <a:ext cx="660284" cy="1100126"/>
          </a:xfrm>
          <a:prstGeom prst="line">
            <a:avLst/>
          </a:prstGeom>
        </p:spPr>
        <p:style>
          <a:lnRef idx="2">
            <a:schemeClr val="accent1"/>
          </a:lnRef>
          <a:fillRef idx="0">
            <a:schemeClr val="accent1"/>
          </a:fillRef>
          <a:effectRef idx="1">
            <a:schemeClr val="accent1"/>
          </a:effectRef>
          <a:fontRef idx="minor">
            <a:schemeClr val="tx1"/>
          </a:fontRef>
        </p:style>
      </p:cxnSp>
      <p:cxnSp>
        <p:nvCxnSpPr>
          <p:cNvPr id="37" name="Straight Connector 36">
            <a:extLst>
              <a:ext uri="{FF2B5EF4-FFF2-40B4-BE49-F238E27FC236}">
                <a16:creationId xmlns:a16="http://schemas.microsoft.com/office/drawing/2014/main" id="{312497B9-BD1F-A6C1-7CD4-C46FF6BF9C1A}"/>
              </a:ext>
            </a:extLst>
          </p:cNvPr>
          <p:cNvCxnSpPr>
            <a:cxnSpLocks/>
            <a:endCxn id="6" idx="7"/>
          </p:cNvCxnSpPr>
          <p:nvPr/>
        </p:nvCxnSpPr>
        <p:spPr>
          <a:xfrm flipH="1">
            <a:off x="4528370" y="902208"/>
            <a:ext cx="1024324" cy="1024027"/>
          </a:xfrm>
          <a:prstGeom prst="line">
            <a:avLst/>
          </a:prstGeom>
        </p:spPr>
        <p:style>
          <a:lnRef idx="2">
            <a:schemeClr val="accent1"/>
          </a:lnRef>
          <a:fillRef idx="0">
            <a:schemeClr val="accent1"/>
          </a:fillRef>
          <a:effectRef idx="1">
            <a:schemeClr val="accent1"/>
          </a:effectRef>
          <a:fontRef idx="minor">
            <a:schemeClr val="tx1"/>
          </a:fontRef>
        </p:style>
      </p:cxnSp>
      <p:cxnSp>
        <p:nvCxnSpPr>
          <p:cNvPr id="46" name="Straight Connector 45">
            <a:extLst>
              <a:ext uri="{FF2B5EF4-FFF2-40B4-BE49-F238E27FC236}">
                <a16:creationId xmlns:a16="http://schemas.microsoft.com/office/drawing/2014/main" id="{36E6E965-A94B-EB71-A90B-08697FEA119E}"/>
              </a:ext>
            </a:extLst>
          </p:cNvPr>
          <p:cNvCxnSpPr>
            <a:cxnSpLocks/>
          </p:cNvCxnSpPr>
          <p:nvPr/>
        </p:nvCxnSpPr>
        <p:spPr>
          <a:xfrm>
            <a:off x="7722870" y="2270760"/>
            <a:ext cx="1052322" cy="929640"/>
          </a:xfrm>
          <a:prstGeom prst="line">
            <a:avLst/>
          </a:prstGeom>
        </p:spPr>
        <p:style>
          <a:lnRef idx="2">
            <a:schemeClr val="accent1"/>
          </a:lnRef>
          <a:fillRef idx="0">
            <a:schemeClr val="accent1"/>
          </a:fillRef>
          <a:effectRef idx="1">
            <a:schemeClr val="accent1"/>
          </a:effectRef>
          <a:fontRef idx="minor">
            <a:schemeClr val="tx1"/>
          </a:fontRef>
        </p:style>
      </p:cxnSp>
      <p:cxnSp>
        <p:nvCxnSpPr>
          <p:cNvPr id="47" name="Straight Connector 46">
            <a:extLst>
              <a:ext uri="{FF2B5EF4-FFF2-40B4-BE49-F238E27FC236}">
                <a16:creationId xmlns:a16="http://schemas.microsoft.com/office/drawing/2014/main" id="{C5ADC458-0895-D5A8-CD68-AC3B77844C1E}"/>
              </a:ext>
            </a:extLst>
          </p:cNvPr>
          <p:cNvCxnSpPr>
            <a:cxnSpLocks/>
            <a:stCxn id="16" idx="3"/>
            <a:endCxn id="26" idx="7"/>
          </p:cNvCxnSpPr>
          <p:nvPr/>
        </p:nvCxnSpPr>
        <p:spPr>
          <a:xfrm flipH="1">
            <a:off x="7234994" y="2249525"/>
            <a:ext cx="105548" cy="1017830"/>
          </a:xfrm>
          <a:prstGeom prst="line">
            <a:avLst/>
          </a:prstGeom>
        </p:spPr>
        <p:style>
          <a:lnRef idx="2">
            <a:schemeClr val="accent1"/>
          </a:lnRef>
          <a:fillRef idx="0">
            <a:schemeClr val="accent1"/>
          </a:fillRef>
          <a:effectRef idx="1">
            <a:schemeClr val="accent1"/>
          </a:effectRef>
          <a:fontRef idx="minor">
            <a:schemeClr val="tx1"/>
          </a:fontRef>
        </p:style>
      </p:cxnSp>
      <p:cxnSp>
        <p:nvCxnSpPr>
          <p:cNvPr id="48" name="Straight Connector 47">
            <a:extLst>
              <a:ext uri="{FF2B5EF4-FFF2-40B4-BE49-F238E27FC236}">
                <a16:creationId xmlns:a16="http://schemas.microsoft.com/office/drawing/2014/main" id="{843474F1-F3E6-D389-AC81-63CEC26E7B8F}"/>
              </a:ext>
            </a:extLst>
          </p:cNvPr>
          <p:cNvCxnSpPr>
            <a:cxnSpLocks/>
            <a:endCxn id="16" idx="1"/>
          </p:cNvCxnSpPr>
          <p:nvPr/>
        </p:nvCxnSpPr>
        <p:spPr>
          <a:xfrm>
            <a:off x="5852356" y="850392"/>
            <a:ext cx="1488186" cy="1075843"/>
          </a:xfrm>
          <a:prstGeom prst="line">
            <a:avLst/>
          </a:prstGeom>
        </p:spPr>
        <p:style>
          <a:lnRef idx="2">
            <a:schemeClr val="accent1"/>
          </a:lnRef>
          <a:fillRef idx="0">
            <a:schemeClr val="accent1"/>
          </a:fillRef>
          <a:effectRef idx="1">
            <a:schemeClr val="accent1"/>
          </a:effectRef>
          <a:fontRef idx="minor">
            <a:schemeClr val="tx1"/>
          </a:fontRef>
        </p:style>
      </p:cxnSp>
      <p:cxnSp>
        <p:nvCxnSpPr>
          <p:cNvPr id="53" name="Straight Connector 52">
            <a:extLst>
              <a:ext uri="{FF2B5EF4-FFF2-40B4-BE49-F238E27FC236}">
                <a16:creationId xmlns:a16="http://schemas.microsoft.com/office/drawing/2014/main" id="{22FD6960-7944-D0BA-9C20-28399C9BCAD3}"/>
              </a:ext>
            </a:extLst>
          </p:cNvPr>
          <p:cNvCxnSpPr>
            <a:cxnSpLocks/>
            <a:endCxn id="28" idx="0"/>
          </p:cNvCxnSpPr>
          <p:nvPr/>
        </p:nvCxnSpPr>
        <p:spPr>
          <a:xfrm>
            <a:off x="7228332" y="3593592"/>
            <a:ext cx="494538" cy="1109472"/>
          </a:xfrm>
          <a:prstGeom prst="line">
            <a:avLst/>
          </a:prstGeom>
        </p:spPr>
        <p:style>
          <a:lnRef idx="2">
            <a:schemeClr val="accent1"/>
          </a:lnRef>
          <a:fillRef idx="0">
            <a:schemeClr val="accent1"/>
          </a:fillRef>
          <a:effectRef idx="1">
            <a:schemeClr val="accent1"/>
          </a:effectRef>
          <a:fontRef idx="minor">
            <a:schemeClr val="tx1"/>
          </a:fontRef>
        </p:style>
      </p:cxnSp>
      <p:cxnSp>
        <p:nvCxnSpPr>
          <p:cNvPr id="54" name="Straight Connector 53">
            <a:extLst>
              <a:ext uri="{FF2B5EF4-FFF2-40B4-BE49-F238E27FC236}">
                <a16:creationId xmlns:a16="http://schemas.microsoft.com/office/drawing/2014/main" id="{A767A5B1-03ED-36F6-DE6E-D8DEEA86408E}"/>
              </a:ext>
            </a:extLst>
          </p:cNvPr>
          <p:cNvCxnSpPr>
            <a:cxnSpLocks/>
          </p:cNvCxnSpPr>
          <p:nvPr/>
        </p:nvCxnSpPr>
        <p:spPr>
          <a:xfrm flipH="1">
            <a:off x="6596449" y="3590645"/>
            <a:ext cx="212021" cy="1112419"/>
          </a:xfrm>
          <a:prstGeom prst="line">
            <a:avLst/>
          </a:prstGeom>
        </p:spPr>
        <p:style>
          <a:lnRef idx="2">
            <a:schemeClr val="accent1"/>
          </a:lnRef>
          <a:fillRef idx="0">
            <a:schemeClr val="accent1"/>
          </a:fillRef>
          <a:effectRef idx="1">
            <a:schemeClr val="accent1"/>
          </a:effectRef>
          <a:fontRef idx="minor">
            <a:schemeClr val="tx1"/>
          </a:fontRef>
        </p:style>
      </p:cxnSp>
      <p:cxnSp>
        <p:nvCxnSpPr>
          <p:cNvPr id="57" name="Straight Connector 56">
            <a:extLst>
              <a:ext uri="{FF2B5EF4-FFF2-40B4-BE49-F238E27FC236}">
                <a16:creationId xmlns:a16="http://schemas.microsoft.com/office/drawing/2014/main" id="{358D3529-D0F4-FA76-0C21-8222B23B3702}"/>
              </a:ext>
            </a:extLst>
          </p:cNvPr>
          <p:cNvCxnSpPr>
            <a:cxnSpLocks/>
            <a:endCxn id="22" idx="1"/>
          </p:cNvCxnSpPr>
          <p:nvPr/>
        </p:nvCxnSpPr>
        <p:spPr>
          <a:xfrm>
            <a:off x="9099804" y="3640836"/>
            <a:ext cx="986986" cy="1138327"/>
          </a:xfrm>
          <a:prstGeom prst="line">
            <a:avLst/>
          </a:prstGeom>
        </p:spPr>
        <p:style>
          <a:lnRef idx="2">
            <a:schemeClr val="accent1"/>
          </a:lnRef>
          <a:fillRef idx="0">
            <a:schemeClr val="accent1"/>
          </a:fillRef>
          <a:effectRef idx="1">
            <a:schemeClr val="accent1"/>
          </a:effectRef>
          <a:fontRef idx="minor">
            <a:schemeClr val="tx1"/>
          </a:fontRef>
        </p:style>
      </p:cxnSp>
      <p:sp>
        <p:nvSpPr>
          <p:cNvPr id="61" name="TextBox 60">
            <a:extLst>
              <a:ext uri="{FF2B5EF4-FFF2-40B4-BE49-F238E27FC236}">
                <a16:creationId xmlns:a16="http://schemas.microsoft.com/office/drawing/2014/main" id="{07001BFE-FE21-D937-8664-BD669B2D1650}"/>
              </a:ext>
            </a:extLst>
          </p:cNvPr>
          <p:cNvSpPr txBox="1"/>
          <p:nvPr/>
        </p:nvSpPr>
        <p:spPr>
          <a:xfrm>
            <a:off x="5637276" y="2971800"/>
            <a:ext cx="914400" cy="914400"/>
          </a:xfrm>
          <a:prstGeom prst="rect">
            <a:avLst/>
          </a:prstGeom>
          <a:noFill/>
        </p:spPr>
        <p:txBody>
          <a:bodyPr wrap="square" rtlCol="0">
            <a:spAutoFit/>
          </a:bodyPr>
          <a:lstStyle/>
          <a:p>
            <a:endParaRPr lang="en-US" dirty="0"/>
          </a:p>
        </p:txBody>
      </p:sp>
      <p:sp>
        <p:nvSpPr>
          <p:cNvPr id="64" name="TextBox 63">
            <a:extLst>
              <a:ext uri="{FF2B5EF4-FFF2-40B4-BE49-F238E27FC236}">
                <a16:creationId xmlns:a16="http://schemas.microsoft.com/office/drawing/2014/main" id="{B1F6B381-55AA-3D3B-ABF9-BF9413761973}"/>
              </a:ext>
            </a:extLst>
          </p:cNvPr>
          <p:cNvSpPr txBox="1"/>
          <p:nvPr/>
        </p:nvSpPr>
        <p:spPr>
          <a:xfrm>
            <a:off x="5789676" y="3124200"/>
            <a:ext cx="914400" cy="914400"/>
          </a:xfrm>
          <a:prstGeom prst="rect">
            <a:avLst/>
          </a:prstGeom>
          <a:noFill/>
        </p:spPr>
        <p:txBody>
          <a:bodyPr wrap="square" rtlCol="0">
            <a:spAutoFit/>
          </a:bodyPr>
          <a:lstStyle/>
          <a:p>
            <a:endParaRPr lang="en-US" dirty="0"/>
          </a:p>
        </p:txBody>
      </p:sp>
      <p:sp>
        <p:nvSpPr>
          <p:cNvPr id="66" name="TextBox 65">
            <a:extLst>
              <a:ext uri="{FF2B5EF4-FFF2-40B4-BE49-F238E27FC236}">
                <a16:creationId xmlns:a16="http://schemas.microsoft.com/office/drawing/2014/main" id="{E42F7CCC-A6FD-2BBA-682B-26C084CC33B7}"/>
              </a:ext>
            </a:extLst>
          </p:cNvPr>
          <p:cNvSpPr txBox="1"/>
          <p:nvPr/>
        </p:nvSpPr>
        <p:spPr>
          <a:xfrm>
            <a:off x="5180076" y="109466"/>
            <a:ext cx="914400" cy="369332"/>
          </a:xfrm>
          <a:prstGeom prst="rect">
            <a:avLst/>
          </a:prstGeom>
          <a:noFill/>
        </p:spPr>
        <p:txBody>
          <a:bodyPr wrap="square" rtlCol="0">
            <a:spAutoFit/>
          </a:bodyPr>
          <a:lstStyle/>
          <a:p>
            <a:r>
              <a:rPr lang="en-US" b="1" dirty="0"/>
              <a:t>ROOT</a:t>
            </a:r>
          </a:p>
        </p:txBody>
      </p:sp>
      <p:sp>
        <p:nvSpPr>
          <p:cNvPr id="67" name="TextBox 66">
            <a:extLst>
              <a:ext uri="{FF2B5EF4-FFF2-40B4-BE49-F238E27FC236}">
                <a16:creationId xmlns:a16="http://schemas.microsoft.com/office/drawing/2014/main" id="{C6EF2F70-0BB8-A9E6-30C6-2AD3F7BCD5AA}"/>
              </a:ext>
            </a:extLst>
          </p:cNvPr>
          <p:cNvSpPr txBox="1"/>
          <p:nvPr/>
        </p:nvSpPr>
        <p:spPr>
          <a:xfrm>
            <a:off x="3344701" y="1205329"/>
            <a:ext cx="914400" cy="646331"/>
          </a:xfrm>
          <a:prstGeom prst="rect">
            <a:avLst/>
          </a:prstGeom>
          <a:noFill/>
        </p:spPr>
        <p:txBody>
          <a:bodyPr wrap="square" rtlCol="0">
            <a:spAutoFit/>
          </a:bodyPr>
          <a:lstStyle/>
          <a:p>
            <a:r>
              <a:rPr lang="en-US" b="1" dirty="0"/>
              <a:t>LEFT CHILD</a:t>
            </a:r>
          </a:p>
        </p:txBody>
      </p:sp>
      <p:sp>
        <p:nvSpPr>
          <p:cNvPr id="68" name="TextBox 67">
            <a:extLst>
              <a:ext uri="{FF2B5EF4-FFF2-40B4-BE49-F238E27FC236}">
                <a16:creationId xmlns:a16="http://schemas.microsoft.com/office/drawing/2014/main" id="{8C1002F2-8910-1A9E-EA01-1182FAE3CBE5}"/>
              </a:ext>
            </a:extLst>
          </p:cNvPr>
          <p:cNvSpPr txBox="1"/>
          <p:nvPr/>
        </p:nvSpPr>
        <p:spPr>
          <a:xfrm>
            <a:off x="7814223" y="1273832"/>
            <a:ext cx="914400" cy="646331"/>
          </a:xfrm>
          <a:prstGeom prst="rect">
            <a:avLst/>
          </a:prstGeom>
          <a:noFill/>
        </p:spPr>
        <p:txBody>
          <a:bodyPr wrap="square" rtlCol="0">
            <a:spAutoFit/>
          </a:bodyPr>
          <a:lstStyle/>
          <a:p>
            <a:r>
              <a:rPr lang="en-US" b="1" dirty="0"/>
              <a:t>RIGHT CHILD</a:t>
            </a:r>
          </a:p>
        </p:txBody>
      </p:sp>
      <p:sp>
        <p:nvSpPr>
          <p:cNvPr id="69" name="TextBox 68">
            <a:extLst>
              <a:ext uri="{FF2B5EF4-FFF2-40B4-BE49-F238E27FC236}">
                <a16:creationId xmlns:a16="http://schemas.microsoft.com/office/drawing/2014/main" id="{BFAF005F-9CFF-AD1C-0E5D-9E3C2506D78B}"/>
              </a:ext>
            </a:extLst>
          </p:cNvPr>
          <p:cNvSpPr txBox="1"/>
          <p:nvPr/>
        </p:nvSpPr>
        <p:spPr>
          <a:xfrm>
            <a:off x="2594754" y="5324332"/>
            <a:ext cx="2314668" cy="369332"/>
          </a:xfrm>
          <a:prstGeom prst="rect">
            <a:avLst/>
          </a:prstGeom>
          <a:noFill/>
        </p:spPr>
        <p:txBody>
          <a:bodyPr wrap="square" rtlCol="0">
            <a:spAutoFit/>
          </a:bodyPr>
          <a:lstStyle/>
          <a:p>
            <a:r>
              <a:rPr lang="en-US" b="1" dirty="0"/>
              <a:t>LEFT SUBTREE (&lt;52)</a:t>
            </a:r>
          </a:p>
        </p:txBody>
      </p:sp>
      <p:sp>
        <p:nvSpPr>
          <p:cNvPr id="70" name="TextBox 69">
            <a:extLst>
              <a:ext uri="{FF2B5EF4-FFF2-40B4-BE49-F238E27FC236}">
                <a16:creationId xmlns:a16="http://schemas.microsoft.com/office/drawing/2014/main" id="{AEABBB1E-52D5-69A8-9706-7821EE32E91B}"/>
              </a:ext>
            </a:extLst>
          </p:cNvPr>
          <p:cNvSpPr txBox="1"/>
          <p:nvPr/>
        </p:nvSpPr>
        <p:spPr>
          <a:xfrm>
            <a:off x="8775192" y="5351764"/>
            <a:ext cx="2048822" cy="369332"/>
          </a:xfrm>
          <a:prstGeom prst="rect">
            <a:avLst/>
          </a:prstGeom>
          <a:noFill/>
        </p:spPr>
        <p:txBody>
          <a:bodyPr wrap="square" rtlCol="0">
            <a:spAutoFit/>
          </a:bodyPr>
          <a:lstStyle/>
          <a:p>
            <a:r>
              <a:rPr lang="en-US" b="1" dirty="0"/>
              <a:t>RIGHT SUBTREE</a:t>
            </a:r>
          </a:p>
        </p:txBody>
      </p:sp>
      <p:sp>
        <p:nvSpPr>
          <p:cNvPr id="73" name="TextBox 72">
            <a:extLst>
              <a:ext uri="{FF2B5EF4-FFF2-40B4-BE49-F238E27FC236}">
                <a16:creationId xmlns:a16="http://schemas.microsoft.com/office/drawing/2014/main" id="{C4574E31-7A37-4932-FEF5-D99E4652DE70}"/>
              </a:ext>
            </a:extLst>
          </p:cNvPr>
          <p:cNvSpPr txBox="1"/>
          <p:nvPr/>
        </p:nvSpPr>
        <p:spPr>
          <a:xfrm>
            <a:off x="4909422" y="5657088"/>
            <a:ext cx="4120504" cy="369332"/>
          </a:xfrm>
          <a:prstGeom prst="rect">
            <a:avLst/>
          </a:prstGeom>
          <a:noFill/>
        </p:spPr>
        <p:txBody>
          <a:bodyPr wrap="square" rtlCol="0">
            <a:spAutoFit/>
          </a:bodyPr>
          <a:lstStyle/>
          <a:p>
            <a:r>
              <a:rPr lang="en-US" b="1" dirty="0"/>
              <a:t>LEAF NODES: 27,47,59,68,79,92</a:t>
            </a:r>
          </a:p>
        </p:txBody>
      </p:sp>
    </p:spTree>
    <p:extLst>
      <p:ext uri="{BB962C8B-B14F-4D97-AF65-F5344CB8AC3E}">
        <p14:creationId xmlns:p14="http://schemas.microsoft.com/office/powerpoint/2010/main" val="91919561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436FB968-5766-57A1-910D-5DD1550A104F}"/>
              </a:ext>
            </a:extLst>
          </p:cNvPr>
          <p:cNvSpPr>
            <a:spLocks noGrp="1"/>
          </p:cNvSpPr>
          <p:nvPr>
            <p:ph idx="1"/>
          </p:nvPr>
        </p:nvSpPr>
        <p:spPr>
          <a:xfrm>
            <a:off x="182880" y="155448"/>
            <a:ext cx="11750040" cy="6501384"/>
          </a:xfrm>
        </p:spPr>
        <p:txBody>
          <a:bodyPr>
            <a:normAutofit fontScale="92500" lnSpcReduction="10000"/>
          </a:bodyPr>
          <a:lstStyle/>
          <a:p>
            <a:r>
              <a:rPr lang="en-US" dirty="0"/>
              <a:t>“This diagram represents my Binary Search Tree. Each circle represents a node, and 52 is the root because it is the first node at the top of the tree. A BST follows the rule that smaller values are placed on the left and larger values are placed on the right.</a:t>
            </a:r>
          </a:p>
          <a:p>
            <a:r>
              <a:rPr lang="en-US" dirty="0"/>
              <a:t>For example, 31 is smaller than 52, so it is the left child of 52. The value 74 is larger than 52, so it becomes the right child. We continue applying the same rule at every node. For example, 27 first goes left because it is smaller than 52, then left again because it is smaller than 31, and finally right because it is larger than 18.</a:t>
            </a:r>
          </a:p>
          <a:p>
            <a:r>
              <a:rPr lang="en-US" dirty="0"/>
              <a:t>We can also identify different terminology from this diagram. Node 31 is a parent, while 18 and 43 are its children. The nodes 27, 47, 59, 68, 79, and 92 are leaf nodes because they have no children. The section starting from 31 is the left subtree of 52, and the section starting from 74 is the right subtree.</a:t>
            </a:r>
          </a:p>
          <a:p>
            <a:r>
              <a:rPr lang="en-US" dirty="0"/>
              <a:t>We can also identify predecessor and successor. For example, for node 63, its predecessor is 59, which is the next smaller value, and its successor is 68, which is the next larger value. This ordering of values is what makes the structure a Binary Search Tree.”</a:t>
            </a:r>
          </a:p>
          <a:p>
            <a:endParaRPr lang="en-US" dirty="0"/>
          </a:p>
        </p:txBody>
      </p:sp>
    </p:spTree>
    <p:extLst>
      <p:ext uri="{BB962C8B-B14F-4D97-AF65-F5344CB8AC3E}">
        <p14:creationId xmlns:p14="http://schemas.microsoft.com/office/powerpoint/2010/main" val="156155249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CAA1BBF-5B76-34E4-9CF0-183820320D8B}"/>
              </a:ext>
            </a:extLst>
          </p:cNvPr>
          <p:cNvSpPr>
            <a:spLocks noGrp="1"/>
          </p:cNvSpPr>
          <p:nvPr>
            <p:ph type="title"/>
          </p:nvPr>
        </p:nvSpPr>
        <p:spPr>
          <a:xfrm>
            <a:off x="0" y="54864"/>
            <a:ext cx="12192000" cy="315912"/>
          </a:xfrm>
        </p:spPr>
        <p:txBody>
          <a:bodyPr>
            <a:normAutofit fontScale="90000"/>
          </a:bodyPr>
          <a:lstStyle/>
          <a:p>
            <a:pPr algn="ctr"/>
            <a:r>
              <a:rPr lang="en-US" b="1" u="sng" dirty="0"/>
              <a:t>Binary Tree Terminology</a:t>
            </a:r>
          </a:p>
        </p:txBody>
      </p:sp>
      <p:sp>
        <p:nvSpPr>
          <p:cNvPr id="3" name="Content Placeholder 2">
            <a:extLst>
              <a:ext uri="{FF2B5EF4-FFF2-40B4-BE49-F238E27FC236}">
                <a16:creationId xmlns:a16="http://schemas.microsoft.com/office/drawing/2014/main" id="{A20FF674-2C9A-427F-265C-E0A07F4F9383}"/>
              </a:ext>
            </a:extLst>
          </p:cNvPr>
          <p:cNvSpPr>
            <a:spLocks noGrp="1"/>
          </p:cNvSpPr>
          <p:nvPr>
            <p:ph idx="1"/>
          </p:nvPr>
        </p:nvSpPr>
        <p:spPr>
          <a:xfrm>
            <a:off x="146304" y="612648"/>
            <a:ext cx="11905488" cy="6071616"/>
          </a:xfrm>
        </p:spPr>
        <p:txBody>
          <a:bodyPr/>
          <a:lstStyle/>
          <a:p>
            <a:endParaRPr lang="en-US" dirty="0"/>
          </a:p>
        </p:txBody>
      </p:sp>
      <p:sp>
        <p:nvSpPr>
          <p:cNvPr id="6" name="Oval 5">
            <a:extLst>
              <a:ext uri="{FF2B5EF4-FFF2-40B4-BE49-F238E27FC236}">
                <a16:creationId xmlns:a16="http://schemas.microsoft.com/office/drawing/2014/main" id="{4051A100-8815-497C-B531-9E734A657277}"/>
              </a:ext>
            </a:extLst>
          </p:cNvPr>
          <p:cNvSpPr/>
          <p:nvPr/>
        </p:nvSpPr>
        <p:spPr>
          <a:xfrm>
            <a:off x="5474208" y="1048512"/>
            <a:ext cx="621792" cy="521208"/>
          </a:xfrm>
          <a:prstGeom prst="ellipse">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dirty="0"/>
              <a:t>40</a:t>
            </a:r>
          </a:p>
        </p:txBody>
      </p:sp>
      <p:sp>
        <p:nvSpPr>
          <p:cNvPr id="8" name="Oval 7">
            <a:extLst>
              <a:ext uri="{FF2B5EF4-FFF2-40B4-BE49-F238E27FC236}">
                <a16:creationId xmlns:a16="http://schemas.microsoft.com/office/drawing/2014/main" id="{B67DA483-640F-1BFA-2BF6-AD000B199A7F}"/>
              </a:ext>
            </a:extLst>
          </p:cNvPr>
          <p:cNvSpPr/>
          <p:nvPr/>
        </p:nvSpPr>
        <p:spPr>
          <a:xfrm>
            <a:off x="3087624" y="2905188"/>
            <a:ext cx="621792" cy="521208"/>
          </a:xfrm>
          <a:prstGeom prst="ellipse">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dirty="0"/>
              <a:t>22</a:t>
            </a:r>
          </a:p>
        </p:txBody>
      </p:sp>
      <p:sp>
        <p:nvSpPr>
          <p:cNvPr id="10" name="Oval 9">
            <a:extLst>
              <a:ext uri="{FF2B5EF4-FFF2-40B4-BE49-F238E27FC236}">
                <a16:creationId xmlns:a16="http://schemas.microsoft.com/office/drawing/2014/main" id="{48277741-FC48-32F8-E8AC-9A0FC7AD2999}"/>
              </a:ext>
            </a:extLst>
          </p:cNvPr>
          <p:cNvSpPr/>
          <p:nvPr/>
        </p:nvSpPr>
        <p:spPr>
          <a:xfrm>
            <a:off x="7385306" y="2907792"/>
            <a:ext cx="621792" cy="521208"/>
          </a:xfrm>
          <a:prstGeom prst="ellipse">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dirty="0"/>
              <a:t>65</a:t>
            </a:r>
          </a:p>
        </p:txBody>
      </p:sp>
      <p:sp>
        <p:nvSpPr>
          <p:cNvPr id="12" name="Oval 11">
            <a:extLst>
              <a:ext uri="{FF2B5EF4-FFF2-40B4-BE49-F238E27FC236}">
                <a16:creationId xmlns:a16="http://schemas.microsoft.com/office/drawing/2014/main" id="{BE419E5D-258D-7005-CCEB-E20F215DCE14}"/>
              </a:ext>
            </a:extLst>
          </p:cNvPr>
          <p:cNvSpPr/>
          <p:nvPr/>
        </p:nvSpPr>
        <p:spPr>
          <a:xfrm>
            <a:off x="6620256" y="4543044"/>
            <a:ext cx="621792" cy="521208"/>
          </a:xfrm>
          <a:prstGeom prst="ellipse">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dirty="0"/>
              <a:t>55</a:t>
            </a:r>
          </a:p>
        </p:txBody>
      </p:sp>
      <p:sp>
        <p:nvSpPr>
          <p:cNvPr id="14" name="Oval 13">
            <a:extLst>
              <a:ext uri="{FF2B5EF4-FFF2-40B4-BE49-F238E27FC236}">
                <a16:creationId xmlns:a16="http://schemas.microsoft.com/office/drawing/2014/main" id="{0137339E-1D28-2A5D-FDCF-7FD08B3A6FF5}"/>
              </a:ext>
            </a:extLst>
          </p:cNvPr>
          <p:cNvSpPr/>
          <p:nvPr/>
        </p:nvSpPr>
        <p:spPr>
          <a:xfrm>
            <a:off x="1716024" y="4578096"/>
            <a:ext cx="621792" cy="521208"/>
          </a:xfrm>
          <a:prstGeom prst="ellipse">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dirty="0"/>
              <a:t>12</a:t>
            </a:r>
          </a:p>
        </p:txBody>
      </p:sp>
      <p:sp>
        <p:nvSpPr>
          <p:cNvPr id="16" name="Oval 15">
            <a:extLst>
              <a:ext uri="{FF2B5EF4-FFF2-40B4-BE49-F238E27FC236}">
                <a16:creationId xmlns:a16="http://schemas.microsoft.com/office/drawing/2014/main" id="{F9FA9658-2129-19C0-B16A-32E4BFAB6237}"/>
              </a:ext>
            </a:extLst>
          </p:cNvPr>
          <p:cNvSpPr/>
          <p:nvPr/>
        </p:nvSpPr>
        <p:spPr>
          <a:xfrm>
            <a:off x="4090416" y="4578096"/>
            <a:ext cx="621792" cy="521208"/>
          </a:xfrm>
          <a:prstGeom prst="ellipse">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dirty="0"/>
              <a:t>30</a:t>
            </a:r>
          </a:p>
        </p:txBody>
      </p:sp>
      <p:sp>
        <p:nvSpPr>
          <p:cNvPr id="18" name="Oval 17">
            <a:extLst>
              <a:ext uri="{FF2B5EF4-FFF2-40B4-BE49-F238E27FC236}">
                <a16:creationId xmlns:a16="http://schemas.microsoft.com/office/drawing/2014/main" id="{FDBD8622-6E4D-D193-E704-24DB5CD85535}"/>
              </a:ext>
            </a:extLst>
          </p:cNvPr>
          <p:cNvSpPr/>
          <p:nvPr/>
        </p:nvSpPr>
        <p:spPr>
          <a:xfrm>
            <a:off x="8528304" y="4543044"/>
            <a:ext cx="621792" cy="521208"/>
          </a:xfrm>
          <a:prstGeom prst="ellipse">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dirty="0"/>
              <a:t>78</a:t>
            </a:r>
          </a:p>
        </p:txBody>
      </p:sp>
      <p:cxnSp>
        <p:nvCxnSpPr>
          <p:cNvPr id="20" name="Straight Connector 19">
            <a:extLst>
              <a:ext uri="{FF2B5EF4-FFF2-40B4-BE49-F238E27FC236}">
                <a16:creationId xmlns:a16="http://schemas.microsoft.com/office/drawing/2014/main" id="{2B18F674-2434-3283-8D62-FF6A7F23126E}"/>
              </a:ext>
            </a:extLst>
          </p:cNvPr>
          <p:cNvCxnSpPr>
            <a:cxnSpLocks/>
            <a:endCxn id="18" idx="0"/>
          </p:cNvCxnSpPr>
          <p:nvPr/>
        </p:nvCxnSpPr>
        <p:spPr>
          <a:xfrm>
            <a:off x="7897368" y="3368484"/>
            <a:ext cx="941832" cy="1174560"/>
          </a:xfrm>
          <a:prstGeom prst="line">
            <a:avLst/>
          </a:prstGeom>
        </p:spPr>
        <p:style>
          <a:lnRef idx="2">
            <a:schemeClr val="accent1"/>
          </a:lnRef>
          <a:fillRef idx="0">
            <a:schemeClr val="accent1"/>
          </a:fillRef>
          <a:effectRef idx="1">
            <a:schemeClr val="accent1"/>
          </a:effectRef>
          <a:fontRef idx="minor">
            <a:schemeClr val="tx1"/>
          </a:fontRef>
        </p:style>
      </p:cxnSp>
      <p:cxnSp>
        <p:nvCxnSpPr>
          <p:cNvPr id="21" name="Straight Connector 20">
            <a:extLst>
              <a:ext uri="{FF2B5EF4-FFF2-40B4-BE49-F238E27FC236}">
                <a16:creationId xmlns:a16="http://schemas.microsoft.com/office/drawing/2014/main" id="{ACE9E438-6955-5A88-0C18-652022881144}"/>
              </a:ext>
            </a:extLst>
          </p:cNvPr>
          <p:cNvCxnSpPr>
            <a:cxnSpLocks/>
            <a:endCxn id="10" idx="1"/>
          </p:cNvCxnSpPr>
          <p:nvPr/>
        </p:nvCxnSpPr>
        <p:spPr>
          <a:xfrm>
            <a:off x="6016752" y="1465326"/>
            <a:ext cx="1459613" cy="1518795"/>
          </a:xfrm>
          <a:prstGeom prst="line">
            <a:avLst/>
          </a:prstGeom>
        </p:spPr>
        <p:style>
          <a:lnRef idx="2">
            <a:schemeClr val="accent1"/>
          </a:lnRef>
          <a:fillRef idx="0">
            <a:schemeClr val="accent1"/>
          </a:fillRef>
          <a:effectRef idx="1">
            <a:schemeClr val="accent1"/>
          </a:effectRef>
          <a:fontRef idx="minor">
            <a:schemeClr val="tx1"/>
          </a:fontRef>
        </p:style>
      </p:cxnSp>
      <p:cxnSp>
        <p:nvCxnSpPr>
          <p:cNvPr id="22" name="Straight Connector 21">
            <a:extLst>
              <a:ext uri="{FF2B5EF4-FFF2-40B4-BE49-F238E27FC236}">
                <a16:creationId xmlns:a16="http://schemas.microsoft.com/office/drawing/2014/main" id="{5050A9FF-1F48-6711-5434-95B44B800C23}"/>
              </a:ext>
            </a:extLst>
          </p:cNvPr>
          <p:cNvCxnSpPr>
            <a:cxnSpLocks/>
            <a:stCxn id="8" idx="5"/>
            <a:endCxn id="16" idx="0"/>
          </p:cNvCxnSpPr>
          <p:nvPr/>
        </p:nvCxnSpPr>
        <p:spPr>
          <a:xfrm>
            <a:off x="3618357" y="3350067"/>
            <a:ext cx="782955" cy="1228029"/>
          </a:xfrm>
          <a:prstGeom prst="line">
            <a:avLst/>
          </a:prstGeom>
        </p:spPr>
        <p:style>
          <a:lnRef idx="2">
            <a:schemeClr val="accent1"/>
          </a:lnRef>
          <a:fillRef idx="0">
            <a:schemeClr val="accent1"/>
          </a:fillRef>
          <a:effectRef idx="1">
            <a:schemeClr val="accent1"/>
          </a:effectRef>
          <a:fontRef idx="minor">
            <a:schemeClr val="tx1"/>
          </a:fontRef>
        </p:style>
      </p:cxnSp>
      <p:cxnSp>
        <p:nvCxnSpPr>
          <p:cNvPr id="23" name="Straight Connector 22">
            <a:extLst>
              <a:ext uri="{FF2B5EF4-FFF2-40B4-BE49-F238E27FC236}">
                <a16:creationId xmlns:a16="http://schemas.microsoft.com/office/drawing/2014/main" id="{856567EE-145C-BB5A-C74D-CC5DCF0A870E}"/>
              </a:ext>
            </a:extLst>
          </p:cNvPr>
          <p:cNvCxnSpPr>
            <a:cxnSpLocks/>
            <a:stCxn id="8" idx="3"/>
            <a:endCxn id="14" idx="7"/>
          </p:cNvCxnSpPr>
          <p:nvPr/>
        </p:nvCxnSpPr>
        <p:spPr>
          <a:xfrm flipH="1">
            <a:off x="2246757" y="3350067"/>
            <a:ext cx="931926" cy="1304358"/>
          </a:xfrm>
          <a:prstGeom prst="line">
            <a:avLst/>
          </a:prstGeom>
        </p:spPr>
        <p:style>
          <a:lnRef idx="2">
            <a:schemeClr val="accent1"/>
          </a:lnRef>
          <a:fillRef idx="0">
            <a:schemeClr val="accent1"/>
          </a:fillRef>
          <a:effectRef idx="1">
            <a:schemeClr val="accent1"/>
          </a:effectRef>
          <a:fontRef idx="minor">
            <a:schemeClr val="tx1"/>
          </a:fontRef>
        </p:style>
      </p:cxnSp>
      <p:cxnSp>
        <p:nvCxnSpPr>
          <p:cNvPr id="24" name="Straight Connector 23">
            <a:extLst>
              <a:ext uri="{FF2B5EF4-FFF2-40B4-BE49-F238E27FC236}">
                <a16:creationId xmlns:a16="http://schemas.microsoft.com/office/drawing/2014/main" id="{89D91569-2C8B-1C9F-2725-99DE9C46411F}"/>
              </a:ext>
            </a:extLst>
          </p:cNvPr>
          <p:cNvCxnSpPr>
            <a:cxnSpLocks/>
            <a:stCxn id="6" idx="3"/>
            <a:endCxn id="8" idx="7"/>
          </p:cNvCxnSpPr>
          <p:nvPr/>
        </p:nvCxnSpPr>
        <p:spPr>
          <a:xfrm flipH="1">
            <a:off x="3618357" y="1493391"/>
            <a:ext cx="1946910" cy="1488126"/>
          </a:xfrm>
          <a:prstGeom prst="line">
            <a:avLst/>
          </a:prstGeom>
        </p:spPr>
        <p:style>
          <a:lnRef idx="2">
            <a:schemeClr val="accent1"/>
          </a:lnRef>
          <a:fillRef idx="0">
            <a:schemeClr val="accent1"/>
          </a:fillRef>
          <a:effectRef idx="1">
            <a:schemeClr val="accent1"/>
          </a:effectRef>
          <a:fontRef idx="minor">
            <a:schemeClr val="tx1"/>
          </a:fontRef>
        </p:style>
      </p:cxnSp>
      <p:cxnSp>
        <p:nvCxnSpPr>
          <p:cNvPr id="32" name="Straight Connector 31">
            <a:extLst>
              <a:ext uri="{FF2B5EF4-FFF2-40B4-BE49-F238E27FC236}">
                <a16:creationId xmlns:a16="http://schemas.microsoft.com/office/drawing/2014/main" id="{1E07A996-6558-BCFC-60A3-1524CD43059A}"/>
              </a:ext>
            </a:extLst>
          </p:cNvPr>
          <p:cNvCxnSpPr>
            <a:cxnSpLocks/>
            <a:endCxn id="12" idx="7"/>
          </p:cNvCxnSpPr>
          <p:nvPr/>
        </p:nvCxnSpPr>
        <p:spPr>
          <a:xfrm flipH="1">
            <a:off x="7150989" y="3325050"/>
            <a:ext cx="360807" cy="1294323"/>
          </a:xfrm>
          <a:prstGeom prst="line">
            <a:avLst/>
          </a:prstGeom>
        </p:spPr>
        <p:style>
          <a:lnRef idx="2">
            <a:schemeClr val="accent1"/>
          </a:lnRef>
          <a:fillRef idx="0">
            <a:schemeClr val="accent1"/>
          </a:fillRef>
          <a:effectRef idx="1">
            <a:schemeClr val="accent1"/>
          </a:effectRef>
          <a:fontRef idx="minor">
            <a:schemeClr val="tx1"/>
          </a:fontRef>
        </p:style>
      </p:cxnSp>
      <p:sp>
        <p:nvSpPr>
          <p:cNvPr id="35" name="TextBox 34">
            <a:extLst>
              <a:ext uri="{FF2B5EF4-FFF2-40B4-BE49-F238E27FC236}">
                <a16:creationId xmlns:a16="http://schemas.microsoft.com/office/drawing/2014/main" id="{E0C87045-2AA1-A0E0-720A-C035D374C47E}"/>
              </a:ext>
            </a:extLst>
          </p:cNvPr>
          <p:cNvSpPr txBox="1"/>
          <p:nvPr/>
        </p:nvSpPr>
        <p:spPr>
          <a:xfrm>
            <a:off x="5399532" y="688889"/>
            <a:ext cx="914400" cy="369332"/>
          </a:xfrm>
          <a:prstGeom prst="rect">
            <a:avLst/>
          </a:prstGeom>
          <a:noFill/>
        </p:spPr>
        <p:txBody>
          <a:bodyPr wrap="square" rtlCol="0">
            <a:spAutoFit/>
          </a:bodyPr>
          <a:lstStyle/>
          <a:p>
            <a:r>
              <a:rPr lang="en-US" b="1" dirty="0"/>
              <a:t>ROOT</a:t>
            </a:r>
          </a:p>
        </p:txBody>
      </p:sp>
      <p:sp>
        <p:nvSpPr>
          <p:cNvPr id="36" name="TextBox 35">
            <a:extLst>
              <a:ext uri="{FF2B5EF4-FFF2-40B4-BE49-F238E27FC236}">
                <a16:creationId xmlns:a16="http://schemas.microsoft.com/office/drawing/2014/main" id="{775CBC60-659A-1016-2763-74C13299BA5A}"/>
              </a:ext>
            </a:extLst>
          </p:cNvPr>
          <p:cNvSpPr txBox="1"/>
          <p:nvPr/>
        </p:nvSpPr>
        <p:spPr>
          <a:xfrm>
            <a:off x="1933001" y="2623804"/>
            <a:ext cx="1459613" cy="369332"/>
          </a:xfrm>
          <a:prstGeom prst="rect">
            <a:avLst/>
          </a:prstGeom>
          <a:noFill/>
        </p:spPr>
        <p:txBody>
          <a:bodyPr wrap="square" rtlCol="0">
            <a:spAutoFit/>
          </a:bodyPr>
          <a:lstStyle/>
          <a:p>
            <a:r>
              <a:rPr lang="en-US" b="1" dirty="0"/>
              <a:t>LEFT CHILD</a:t>
            </a:r>
          </a:p>
        </p:txBody>
      </p:sp>
      <p:sp>
        <p:nvSpPr>
          <p:cNvPr id="37" name="TextBox 36">
            <a:extLst>
              <a:ext uri="{FF2B5EF4-FFF2-40B4-BE49-F238E27FC236}">
                <a16:creationId xmlns:a16="http://schemas.microsoft.com/office/drawing/2014/main" id="{AAD03B53-1627-8AD2-D0EF-82BDD7BC8DBA}"/>
              </a:ext>
            </a:extLst>
          </p:cNvPr>
          <p:cNvSpPr txBox="1"/>
          <p:nvPr/>
        </p:nvSpPr>
        <p:spPr>
          <a:xfrm>
            <a:off x="7691632" y="2535856"/>
            <a:ext cx="1604772" cy="369332"/>
          </a:xfrm>
          <a:prstGeom prst="rect">
            <a:avLst/>
          </a:prstGeom>
          <a:noFill/>
        </p:spPr>
        <p:txBody>
          <a:bodyPr wrap="square" rtlCol="0">
            <a:spAutoFit/>
          </a:bodyPr>
          <a:lstStyle/>
          <a:p>
            <a:r>
              <a:rPr lang="en-US" b="1" dirty="0"/>
              <a:t>RIGHT CHILD</a:t>
            </a:r>
          </a:p>
        </p:txBody>
      </p:sp>
      <p:sp>
        <p:nvSpPr>
          <p:cNvPr id="38" name="TextBox 37">
            <a:extLst>
              <a:ext uri="{FF2B5EF4-FFF2-40B4-BE49-F238E27FC236}">
                <a16:creationId xmlns:a16="http://schemas.microsoft.com/office/drawing/2014/main" id="{A9D19E86-9895-0C36-A021-286D6F79B041}"/>
              </a:ext>
            </a:extLst>
          </p:cNvPr>
          <p:cNvSpPr txBox="1"/>
          <p:nvPr/>
        </p:nvSpPr>
        <p:spPr>
          <a:xfrm>
            <a:off x="1569720" y="5226925"/>
            <a:ext cx="914400" cy="369332"/>
          </a:xfrm>
          <a:prstGeom prst="rect">
            <a:avLst/>
          </a:prstGeom>
          <a:noFill/>
        </p:spPr>
        <p:txBody>
          <a:bodyPr wrap="square" rtlCol="0">
            <a:spAutoFit/>
          </a:bodyPr>
          <a:lstStyle/>
          <a:p>
            <a:r>
              <a:rPr lang="en-US" b="1" dirty="0"/>
              <a:t>LEAF</a:t>
            </a:r>
          </a:p>
        </p:txBody>
      </p:sp>
      <p:sp>
        <p:nvSpPr>
          <p:cNvPr id="40" name="TextBox 39">
            <a:extLst>
              <a:ext uri="{FF2B5EF4-FFF2-40B4-BE49-F238E27FC236}">
                <a16:creationId xmlns:a16="http://schemas.microsoft.com/office/drawing/2014/main" id="{C3F25570-8737-BB14-331D-9A2719D162D1}"/>
              </a:ext>
            </a:extLst>
          </p:cNvPr>
          <p:cNvSpPr txBox="1"/>
          <p:nvPr/>
        </p:nvSpPr>
        <p:spPr>
          <a:xfrm>
            <a:off x="8525256" y="5140319"/>
            <a:ext cx="914400" cy="369332"/>
          </a:xfrm>
          <a:prstGeom prst="rect">
            <a:avLst/>
          </a:prstGeom>
          <a:noFill/>
        </p:spPr>
        <p:txBody>
          <a:bodyPr wrap="square" rtlCol="0">
            <a:spAutoFit/>
          </a:bodyPr>
          <a:lstStyle/>
          <a:p>
            <a:r>
              <a:rPr lang="en-US" b="1" dirty="0"/>
              <a:t>LEAF</a:t>
            </a:r>
          </a:p>
        </p:txBody>
      </p:sp>
      <p:sp>
        <p:nvSpPr>
          <p:cNvPr id="42" name="TextBox 41">
            <a:extLst>
              <a:ext uri="{FF2B5EF4-FFF2-40B4-BE49-F238E27FC236}">
                <a16:creationId xmlns:a16="http://schemas.microsoft.com/office/drawing/2014/main" id="{474DE02F-6C6A-D486-1CB8-29B03F74EA8C}"/>
              </a:ext>
            </a:extLst>
          </p:cNvPr>
          <p:cNvSpPr txBox="1"/>
          <p:nvPr/>
        </p:nvSpPr>
        <p:spPr>
          <a:xfrm>
            <a:off x="6582156" y="5140319"/>
            <a:ext cx="914400" cy="369332"/>
          </a:xfrm>
          <a:prstGeom prst="rect">
            <a:avLst/>
          </a:prstGeom>
          <a:noFill/>
        </p:spPr>
        <p:txBody>
          <a:bodyPr wrap="square" rtlCol="0">
            <a:spAutoFit/>
          </a:bodyPr>
          <a:lstStyle/>
          <a:p>
            <a:r>
              <a:rPr lang="en-US" b="1" dirty="0"/>
              <a:t>LEAF</a:t>
            </a:r>
          </a:p>
        </p:txBody>
      </p:sp>
      <p:sp>
        <p:nvSpPr>
          <p:cNvPr id="44" name="TextBox 43">
            <a:extLst>
              <a:ext uri="{FF2B5EF4-FFF2-40B4-BE49-F238E27FC236}">
                <a16:creationId xmlns:a16="http://schemas.microsoft.com/office/drawing/2014/main" id="{762D15A9-5BEE-E630-FBD3-D12A780AB58D}"/>
              </a:ext>
            </a:extLst>
          </p:cNvPr>
          <p:cNvSpPr txBox="1"/>
          <p:nvPr/>
        </p:nvSpPr>
        <p:spPr>
          <a:xfrm>
            <a:off x="4059936" y="5264892"/>
            <a:ext cx="914400" cy="369332"/>
          </a:xfrm>
          <a:prstGeom prst="rect">
            <a:avLst/>
          </a:prstGeom>
          <a:noFill/>
        </p:spPr>
        <p:txBody>
          <a:bodyPr wrap="square" rtlCol="0">
            <a:spAutoFit/>
          </a:bodyPr>
          <a:lstStyle/>
          <a:p>
            <a:r>
              <a:rPr lang="en-US" b="1" dirty="0"/>
              <a:t>LEAF</a:t>
            </a:r>
          </a:p>
        </p:txBody>
      </p:sp>
      <p:sp>
        <p:nvSpPr>
          <p:cNvPr id="45" name="TextBox 44">
            <a:extLst>
              <a:ext uri="{FF2B5EF4-FFF2-40B4-BE49-F238E27FC236}">
                <a16:creationId xmlns:a16="http://schemas.microsoft.com/office/drawing/2014/main" id="{03E9F4E8-4957-14E6-A9F5-DAD45ACBAAE3}"/>
              </a:ext>
            </a:extLst>
          </p:cNvPr>
          <p:cNvSpPr txBox="1"/>
          <p:nvPr/>
        </p:nvSpPr>
        <p:spPr>
          <a:xfrm>
            <a:off x="2026920" y="5741505"/>
            <a:ext cx="3249168" cy="646331"/>
          </a:xfrm>
          <a:prstGeom prst="rect">
            <a:avLst/>
          </a:prstGeom>
          <a:noFill/>
        </p:spPr>
        <p:txBody>
          <a:bodyPr wrap="square" rtlCol="0">
            <a:spAutoFit/>
          </a:bodyPr>
          <a:lstStyle/>
          <a:p>
            <a:r>
              <a:rPr lang="en-US" b="1" dirty="0"/>
              <a:t>LEFT SUBSTREE OF 40,22,12,30</a:t>
            </a:r>
          </a:p>
        </p:txBody>
      </p:sp>
      <p:sp>
        <p:nvSpPr>
          <p:cNvPr id="47" name="TextBox 46">
            <a:extLst>
              <a:ext uri="{FF2B5EF4-FFF2-40B4-BE49-F238E27FC236}">
                <a16:creationId xmlns:a16="http://schemas.microsoft.com/office/drawing/2014/main" id="{D8983A97-FBB6-1ED3-6DED-8091BFD8F263}"/>
              </a:ext>
            </a:extLst>
          </p:cNvPr>
          <p:cNvSpPr txBox="1"/>
          <p:nvPr/>
        </p:nvSpPr>
        <p:spPr>
          <a:xfrm>
            <a:off x="6620256" y="5610898"/>
            <a:ext cx="3249168" cy="646331"/>
          </a:xfrm>
          <a:prstGeom prst="rect">
            <a:avLst/>
          </a:prstGeom>
          <a:noFill/>
        </p:spPr>
        <p:txBody>
          <a:bodyPr wrap="square" rtlCol="0">
            <a:spAutoFit/>
          </a:bodyPr>
          <a:lstStyle/>
          <a:p>
            <a:r>
              <a:rPr lang="en-US" b="1" dirty="0"/>
              <a:t>RIGHT SUBSTREE </a:t>
            </a:r>
          </a:p>
          <a:p>
            <a:r>
              <a:rPr lang="en-US" b="1" dirty="0"/>
              <a:t>40,65,55,78</a:t>
            </a:r>
          </a:p>
        </p:txBody>
      </p:sp>
    </p:spTree>
    <p:extLst>
      <p:ext uri="{BB962C8B-B14F-4D97-AF65-F5344CB8AC3E}">
        <p14:creationId xmlns:p14="http://schemas.microsoft.com/office/powerpoint/2010/main" val="342706824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70E04532-8B51-431C-B94E-808256A95C15}"/>
              </a:ext>
            </a:extLst>
          </p:cNvPr>
          <p:cNvSpPr>
            <a:spLocks noGrp="1"/>
          </p:cNvSpPr>
          <p:nvPr>
            <p:ph idx="1"/>
          </p:nvPr>
        </p:nvSpPr>
        <p:spPr>
          <a:xfrm>
            <a:off x="393192" y="100584"/>
            <a:ext cx="11475720" cy="6638544"/>
          </a:xfrm>
        </p:spPr>
        <p:txBody>
          <a:bodyPr/>
          <a:lstStyle/>
          <a:p>
            <a:r>
              <a:rPr lang="en-US" dirty="0"/>
              <a:t>“This diagram explains the basic terminology used with trees. Each circle is called a node, and the top node, 40, is called the root. Node 40 has two children. Node 22 is its left child, and 65 is its right child.</a:t>
            </a:r>
          </a:p>
          <a:p>
            <a:r>
              <a:rPr lang="en-US" dirty="0"/>
              <a:t>A node that has children is called a parent. For example, 22 is the parent of 12 and 30, while 12 and 30 are children of 22. Nodes 12, 30, 55, and 78 are called leaf nodes because they do not have any children.</a:t>
            </a:r>
          </a:p>
          <a:p>
            <a:r>
              <a:rPr lang="en-US" dirty="0"/>
              <a:t>We can also divide a tree into subtrees. The section beginning with 22 forms the left subtree of 40, while the section beginning with 65 forms the right subtree. A subtree contains a node and all of the nodes below it.</a:t>
            </a:r>
          </a:p>
          <a:p>
            <a:r>
              <a:rPr lang="en-US" dirty="0"/>
              <a:t>We also use the terms predecessor and successor. Using node 65 as an example, 55 is its predecessor because it is the value immediately before 65 in sorted BST order, while 78 is its successor because it is the value immediately after 65.”</a:t>
            </a:r>
          </a:p>
          <a:p>
            <a:pPr marL="0" indent="0">
              <a:buNone/>
            </a:pPr>
            <a:endParaRPr lang="en-US" dirty="0"/>
          </a:p>
        </p:txBody>
      </p:sp>
    </p:spTree>
    <p:extLst>
      <p:ext uri="{BB962C8B-B14F-4D97-AF65-F5344CB8AC3E}">
        <p14:creationId xmlns:p14="http://schemas.microsoft.com/office/powerpoint/2010/main" val="129107340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Content Placeholder 3">
            <a:extLst>
              <a:ext uri="{FF2B5EF4-FFF2-40B4-BE49-F238E27FC236}">
                <a16:creationId xmlns:a16="http://schemas.microsoft.com/office/drawing/2014/main" id="{6F156174-D81F-2EDF-D3B9-26AD76B56689}"/>
              </a:ext>
            </a:extLst>
          </p:cNvPr>
          <p:cNvGraphicFramePr>
            <a:graphicFrameLocks noGrp="1"/>
          </p:cNvGraphicFramePr>
          <p:nvPr>
            <p:ph idx="1"/>
            <p:extLst>
              <p:ext uri="{D42A27DB-BD31-4B8C-83A1-F6EECF244321}">
                <p14:modId xmlns:p14="http://schemas.microsoft.com/office/powerpoint/2010/main" val="1116316494"/>
              </p:ext>
            </p:extLst>
          </p:nvPr>
        </p:nvGraphicFramePr>
        <p:xfrm>
          <a:off x="838200" y="923544"/>
          <a:ext cx="10515600" cy="5413248"/>
        </p:xfrm>
        <a:graphic>
          <a:graphicData uri="http://schemas.openxmlformats.org/drawingml/2006/table">
            <a:tbl>
              <a:tblPr firstRow="1" bandRow="1">
                <a:tableStyleId>{5940675A-B579-460E-94D1-54222C63F5DA}</a:tableStyleId>
              </a:tblPr>
              <a:tblGrid>
                <a:gridCol w="5257800">
                  <a:extLst>
                    <a:ext uri="{9D8B030D-6E8A-4147-A177-3AD203B41FA5}">
                      <a16:colId xmlns:a16="http://schemas.microsoft.com/office/drawing/2014/main" val="2436649681"/>
                    </a:ext>
                  </a:extLst>
                </a:gridCol>
                <a:gridCol w="5257800">
                  <a:extLst>
                    <a:ext uri="{9D8B030D-6E8A-4147-A177-3AD203B41FA5}">
                      <a16:colId xmlns:a16="http://schemas.microsoft.com/office/drawing/2014/main" val="2338681226"/>
                    </a:ext>
                  </a:extLst>
                </a:gridCol>
              </a:tblGrid>
              <a:tr h="5413248">
                <a:tc>
                  <a:txBody>
                    <a:bodyPr/>
                    <a:lstStyle/>
                    <a:p>
                      <a:r>
                        <a:rPr lang="en-US" dirty="0"/>
                        <a:t>                                         </a:t>
                      </a:r>
                      <a:r>
                        <a:rPr lang="en-US" sz="3000" b="1" dirty="0"/>
                        <a:t>CODE</a:t>
                      </a:r>
                    </a:p>
                    <a:p>
                      <a:pPr algn="l"/>
                      <a:endParaRPr lang="en-US" sz="3000" dirty="0"/>
                    </a:p>
                    <a:p>
                      <a:pPr algn="l"/>
                      <a:r>
                        <a:rPr lang="en-US" sz="3000" dirty="0"/>
                        <a:t>class Node</a:t>
                      </a:r>
                    </a:p>
                    <a:p>
                      <a:pPr algn="l"/>
                      <a:r>
                        <a:rPr lang="en-US" sz="3000" dirty="0"/>
                        <a:t>{</a:t>
                      </a:r>
                    </a:p>
                    <a:p>
                      <a:pPr algn="l"/>
                      <a:r>
                        <a:rPr lang="en-US" sz="3000" dirty="0"/>
                        <a:t>public:</a:t>
                      </a:r>
                    </a:p>
                    <a:p>
                      <a:pPr algn="l"/>
                      <a:r>
                        <a:rPr lang="en-US" sz="3000" dirty="0"/>
                        <a:t>    int data;</a:t>
                      </a:r>
                    </a:p>
                    <a:p>
                      <a:pPr algn="l"/>
                      <a:r>
                        <a:rPr lang="en-US" sz="3000" dirty="0"/>
                        <a:t>    Node* left;</a:t>
                      </a:r>
                    </a:p>
                    <a:p>
                      <a:pPr algn="l"/>
                      <a:r>
                        <a:rPr lang="en-US" sz="3000" dirty="0"/>
                        <a:t>    Node* right;</a:t>
                      </a:r>
                    </a:p>
                    <a:p>
                      <a:pPr algn="l"/>
                      <a:r>
                        <a:rPr lang="en-US" sz="3000" dirty="0"/>
                        <a:t>};</a:t>
                      </a:r>
                    </a:p>
                  </a:txBody>
                  <a:tcPr/>
                </a:tc>
                <a:tc>
                  <a:txBody>
                    <a:bodyPr/>
                    <a:lstStyle/>
                    <a:p>
                      <a:pPr algn="ctr"/>
                      <a:r>
                        <a:rPr lang="en-US" dirty="0"/>
                        <a:t> </a:t>
                      </a:r>
                      <a:r>
                        <a:rPr lang="en-US" sz="3000" b="1" dirty="0"/>
                        <a:t>NODE</a:t>
                      </a:r>
                    </a:p>
                    <a:p>
                      <a:pPr algn="ctr"/>
                      <a:endParaRPr lang="en-US" sz="3000" b="1" dirty="0"/>
                    </a:p>
                    <a:p>
                      <a:pPr algn="l"/>
                      <a:r>
                        <a:rPr lang="en-US" sz="3000" b="0" dirty="0"/>
                        <a:t>                           NODE</a:t>
                      </a:r>
                    </a:p>
                    <a:p>
                      <a:pPr algn="l"/>
                      <a:r>
                        <a:rPr lang="en-US" sz="3000" b="0" dirty="0"/>
                        <a:t>        ┌─────────────┐                                                  |       |      data = 4          │</a:t>
                      </a:r>
                    </a:p>
                    <a:p>
                      <a:pPr algn="l"/>
                      <a:r>
                        <a:rPr lang="en-US" sz="3000" b="0" dirty="0"/>
                        <a:t>        │             │</a:t>
                      </a:r>
                    </a:p>
                    <a:p>
                      <a:pPr algn="l"/>
                      <a:r>
                        <a:rPr lang="en-US" sz="3000" b="0" dirty="0"/>
                        <a:t>        │ left  right             │</a:t>
                      </a:r>
                    </a:p>
                    <a:p>
                      <a:pPr algn="l"/>
                      <a:r>
                        <a:rPr lang="en-US" sz="3000" b="0" dirty="0"/>
                        <a:t>        └───┬────┬────┘</a:t>
                      </a:r>
                    </a:p>
                    <a:p>
                      <a:pPr algn="l"/>
                      <a:r>
                        <a:rPr lang="en-US" sz="3000" b="0" dirty="0"/>
                        <a:t>                   │            │</a:t>
                      </a:r>
                    </a:p>
                    <a:p>
                      <a:pPr algn="l"/>
                      <a:r>
                        <a:rPr lang="en-US" sz="3000" b="0" dirty="0"/>
                        <a:t>                   ↓           ↓</a:t>
                      </a:r>
                    </a:p>
                    <a:p>
                      <a:pPr algn="l"/>
                      <a:r>
                        <a:rPr lang="en-US" sz="3000" b="0" dirty="0"/>
                        <a:t>                [22]        [65]</a:t>
                      </a:r>
                    </a:p>
                  </a:txBody>
                  <a:tcPr/>
                </a:tc>
                <a:extLst>
                  <a:ext uri="{0D108BD9-81ED-4DB2-BD59-A6C34878D82A}">
                    <a16:rowId xmlns:a16="http://schemas.microsoft.com/office/drawing/2014/main" val="1200487144"/>
                  </a:ext>
                </a:extLst>
              </a:tr>
            </a:tbl>
          </a:graphicData>
        </a:graphic>
      </p:graphicFrame>
      <p:sp>
        <p:nvSpPr>
          <p:cNvPr id="7" name="TextBox 6">
            <a:extLst>
              <a:ext uri="{FF2B5EF4-FFF2-40B4-BE49-F238E27FC236}">
                <a16:creationId xmlns:a16="http://schemas.microsoft.com/office/drawing/2014/main" id="{B707CD01-435D-4532-81AD-DD0B14D53794}"/>
              </a:ext>
            </a:extLst>
          </p:cNvPr>
          <p:cNvSpPr txBox="1"/>
          <p:nvPr/>
        </p:nvSpPr>
        <p:spPr>
          <a:xfrm>
            <a:off x="4370832" y="256032"/>
            <a:ext cx="4104522" cy="477054"/>
          </a:xfrm>
          <a:prstGeom prst="rect">
            <a:avLst/>
          </a:prstGeom>
          <a:noFill/>
        </p:spPr>
        <p:txBody>
          <a:bodyPr wrap="none" rtlCol="0">
            <a:spAutoFit/>
          </a:bodyPr>
          <a:lstStyle/>
          <a:p>
            <a:r>
              <a:rPr lang="en-US" sz="2500" b="1" dirty="0"/>
              <a:t>BASIC NODE CLASS IN C++</a:t>
            </a:r>
          </a:p>
        </p:txBody>
      </p:sp>
    </p:spTree>
    <p:extLst>
      <p:ext uri="{BB962C8B-B14F-4D97-AF65-F5344CB8AC3E}">
        <p14:creationId xmlns:p14="http://schemas.microsoft.com/office/powerpoint/2010/main" val="103790090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0519904F-2DE1-053A-B564-1B495BCEA988}"/>
              </a:ext>
            </a:extLst>
          </p:cNvPr>
          <p:cNvSpPr>
            <a:spLocks noGrp="1"/>
          </p:cNvSpPr>
          <p:nvPr>
            <p:ph idx="1"/>
          </p:nvPr>
        </p:nvSpPr>
        <p:spPr>
          <a:xfrm>
            <a:off x="387927" y="240145"/>
            <a:ext cx="11443855" cy="6326910"/>
          </a:xfrm>
        </p:spPr>
        <p:txBody>
          <a:bodyPr>
            <a:normAutofit/>
          </a:bodyPr>
          <a:lstStyle/>
          <a:p>
            <a:r>
              <a:rPr lang="en-US" sz="3500" dirty="0"/>
              <a:t>“Now that we understand the terminology of a tree, the next step is understanding how one node is represented in C++. Here I created a class called Node. The data variable stores the actual integer value. The left pointer connects the current node to its left subtree, and the right pointer connects it to its right subtree. For example, if 40 is our current node, its left pointer can connect to 22 and its right pointer can connect to 65. These pointers allow us to connect individual nodes together and build the complete tree.”</a:t>
            </a:r>
          </a:p>
        </p:txBody>
      </p:sp>
    </p:spTree>
    <p:extLst>
      <p:ext uri="{BB962C8B-B14F-4D97-AF65-F5344CB8AC3E}">
        <p14:creationId xmlns:p14="http://schemas.microsoft.com/office/powerpoint/2010/main" val="332411048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F0383E7-B85A-2954-5CE8-0F646B666174}"/>
              </a:ext>
            </a:extLst>
          </p:cNvPr>
          <p:cNvSpPr>
            <a:spLocks noGrp="1"/>
          </p:cNvSpPr>
          <p:nvPr>
            <p:ph type="title"/>
          </p:nvPr>
        </p:nvSpPr>
        <p:spPr>
          <a:xfrm>
            <a:off x="0" y="2"/>
            <a:ext cx="12192000" cy="681036"/>
          </a:xfrm>
        </p:spPr>
        <p:txBody>
          <a:bodyPr>
            <a:normAutofit fontScale="90000"/>
          </a:bodyPr>
          <a:lstStyle/>
          <a:p>
            <a:pPr algn="ctr"/>
            <a:r>
              <a:rPr lang="en-US" b="1" dirty="0"/>
              <a:t>My Completed Binary Search Tree</a:t>
            </a:r>
          </a:p>
        </p:txBody>
      </p:sp>
      <p:sp>
        <p:nvSpPr>
          <p:cNvPr id="3" name="Content Placeholder 2">
            <a:extLst>
              <a:ext uri="{FF2B5EF4-FFF2-40B4-BE49-F238E27FC236}">
                <a16:creationId xmlns:a16="http://schemas.microsoft.com/office/drawing/2014/main" id="{F587C28B-54AD-1AD5-3380-039FBA3E9BD0}"/>
              </a:ext>
            </a:extLst>
          </p:cNvPr>
          <p:cNvSpPr>
            <a:spLocks noGrp="1"/>
          </p:cNvSpPr>
          <p:nvPr>
            <p:ph idx="1"/>
          </p:nvPr>
        </p:nvSpPr>
        <p:spPr>
          <a:xfrm>
            <a:off x="203200" y="840508"/>
            <a:ext cx="11776364" cy="5920509"/>
          </a:xfrm>
        </p:spPr>
        <p:txBody>
          <a:bodyPr/>
          <a:lstStyle/>
          <a:p>
            <a:endParaRPr lang="en-US" dirty="0"/>
          </a:p>
        </p:txBody>
      </p:sp>
      <p:sp>
        <p:nvSpPr>
          <p:cNvPr id="4" name="Oval 3">
            <a:extLst>
              <a:ext uri="{FF2B5EF4-FFF2-40B4-BE49-F238E27FC236}">
                <a16:creationId xmlns:a16="http://schemas.microsoft.com/office/drawing/2014/main" id="{B3C6D3E5-BEA2-905C-6502-CF6F3A1EF525}"/>
              </a:ext>
            </a:extLst>
          </p:cNvPr>
          <p:cNvSpPr/>
          <p:nvPr/>
        </p:nvSpPr>
        <p:spPr>
          <a:xfrm>
            <a:off x="5689600" y="1129000"/>
            <a:ext cx="692727" cy="572655"/>
          </a:xfrm>
          <a:prstGeom prst="ellipse">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dirty="0"/>
              <a:t>52</a:t>
            </a:r>
          </a:p>
        </p:txBody>
      </p:sp>
      <p:sp>
        <p:nvSpPr>
          <p:cNvPr id="6" name="Oval 5">
            <a:extLst>
              <a:ext uri="{FF2B5EF4-FFF2-40B4-BE49-F238E27FC236}">
                <a16:creationId xmlns:a16="http://schemas.microsoft.com/office/drawing/2014/main" id="{378ECF7D-E245-22AD-3306-EE4363117B25}"/>
              </a:ext>
            </a:extLst>
          </p:cNvPr>
          <p:cNvSpPr/>
          <p:nvPr/>
        </p:nvSpPr>
        <p:spPr>
          <a:xfrm>
            <a:off x="10764985" y="5440217"/>
            <a:ext cx="618833" cy="572655"/>
          </a:xfrm>
          <a:prstGeom prst="ellipse">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dirty="0"/>
              <a:t>92</a:t>
            </a:r>
          </a:p>
        </p:txBody>
      </p:sp>
      <p:sp>
        <p:nvSpPr>
          <p:cNvPr id="8" name="Oval 7">
            <a:extLst>
              <a:ext uri="{FF2B5EF4-FFF2-40B4-BE49-F238E27FC236}">
                <a16:creationId xmlns:a16="http://schemas.microsoft.com/office/drawing/2014/main" id="{8C07C4C4-D7D5-8715-42C0-83AA838DF584}"/>
              </a:ext>
            </a:extLst>
          </p:cNvPr>
          <p:cNvSpPr/>
          <p:nvPr/>
        </p:nvSpPr>
        <p:spPr>
          <a:xfrm>
            <a:off x="1865745" y="3759188"/>
            <a:ext cx="674255" cy="572655"/>
          </a:xfrm>
          <a:prstGeom prst="ellipse">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dirty="0"/>
              <a:t>18</a:t>
            </a:r>
          </a:p>
        </p:txBody>
      </p:sp>
      <p:sp>
        <p:nvSpPr>
          <p:cNvPr id="10" name="Oval 9">
            <a:extLst>
              <a:ext uri="{FF2B5EF4-FFF2-40B4-BE49-F238E27FC236}">
                <a16:creationId xmlns:a16="http://schemas.microsoft.com/office/drawing/2014/main" id="{44DE8C22-B605-10F8-9401-B22CEE9F1F96}"/>
              </a:ext>
            </a:extLst>
          </p:cNvPr>
          <p:cNvSpPr/>
          <p:nvPr/>
        </p:nvSpPr>
        <p:spPr>
          <a:xfrm>
            <a:off x="3800762" y="3823850"/>
            <a:ext cx="692727" cy="572655"/>
          </a:xfrm>
          <a:prstGeom prst="ellipse">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dirty="0"/>
              <a:t>43</a:t>
            </a:r>
          </a:p>
        </p:txBody>
      </p:sp>
      <p:sp>
        <p:nvSpPr>
          <p:cNvPr id="12" name="Oval 11">
            <a:extLst>
              <a:ext uri="{FF2B5EF4-FFF2-40B4-BE49-F238E27FC236}">
                <a16:creationId xmlns:a16="http://schemas.microsoft.com/office/drawing/2014/main" id="{8BF58408-129A-DA65-A7DF-C0E392D31BBC}"/>
              </a:ext>
            </a:extLst>
          </p:cNvPr>
          <p:cNvSpPr/>
          <p:nvPr/>
        </p:nvSpPr>
        <p:spPr>
          <a:xfrm>
            <a:off x="3352800" y="2281381"/>
            <a:ext cx="692727" cy="535699"/>
          </a:xfrm>
          <a:prstGeom prst="ellipse">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dirty="0"/>
              <a:t>31</a:t>
            </a:r>
          </a:p>
        </p:txBody>
      </p:sp>
      <p:sp>
        <p:nvSpPr>
          <p:cNvPr id="14" name="Oval 13">
            <a:extLst>
              <a:ext uri="{FF2B5EF4-FFF2-40B4-BE49-F238E27FC236}">
                <a16:creationId xmlns:a16="http://schemas.microsoft.com/office/drawing/2014/main" id="{6C4E44B3-4ADA-3705-7F7F-E24FBD7EC849}"/>
              </a:ext>
            </a:extLst>
          </p:cNvPr>
          <p:cNvSpPr/>
          <p:nvPr/>
        </p:nvSpPr>
        <p:spPr>
          <a:xfrm>
            <a:off x="9365680" y="5440217"/>
            <a:ext cx="618833" cy="572655"/>
          </a:xfrm>
          <a:prstGeom prst="ellipse">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dirty="0"/>
              <a:t>79</a:t>
            </a:r>
          </a:p>
        </p:txBody>
      </p:sp>
      <p:sp>
        <p:nvSpPr>
          <p:cNvPr id="16" name="Oval 15">
            <a:extLst>
              <a:ext uri="{FF2B5EF4-FFF2-40B4-BE49-F238E27FC236}">
                <a16:creationId xmlns:a16="http://schemas.microsoft.com/office/drawing/2014/main" id="{4467FDD7-71B8-724E-1B7E-06C19E39760E}"/>
              </a:ext>
            </a:extLst>
          </p:cNvPr>
          <p:cNvSpPr/>
          <p:nvPr/>
        </p:nvSpPr>
        <p:spPr>
          <a:xfrm>
            <a:off x="7426041" y="5440217"/>
            <a:ext cx="674255" cy="572655"/>
          </a:xfrm>
          <a:prstGeom prst="ellipse">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dirty="0"/>
              <a:t>68</a:t>
            </a:r>
          </a:p>
        </p:txBody>
      </p:sp>
      <p:sp>
        <p:nvSpPr>
          <p:cNvPr id="18" name="Oval 17">
            <a:extLst>
              <a:ext uri="{FF2B5EF4-FFF2-40B4-BE49-F238E27FC236}">
                <a16:creationId xmlns:a16="http://schemas.microsoft.com/office/drawing/2014/main" id="{E562C17A-D1C7-C5BF-0832-A857A885BD4B}"/>
              </a:ext>
            </a:extLst>
          </p:cNvPr>
          <p:cNvSpPr/>
          <p:nvPr/>
        </p:nvSpPr>
        <p:spPr>
          <a:xfrm>
            <a:off x="5463317" y="5440218"/>
            <a:ext cx="674255" cy="572655"/>
          </a:xfrm>
          <a:prstGeom prst="ellipse">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dirty="0"/>
              <a:t>59</a:t>
            </a:r>
          </a:p>
        </p:txBody>
      </p:sp>
      <p:sp>
        <p:nvSpPr>
          <p:cNvPr id="20" name="Oval 19">
            <a:extLst>
              <a:ext uri="{FF2B5EF4-FFF2-40B4-BE49-F238E27FC236}">
                <a16:creationId xmlns:a16="http://schemas.microsoft.com/office/drawing/2014/main" id="{A5D9803F-49A7-E9BE-CCBE-B3C00B8D81FE}"/>
              </a:ext>
            </a:extLst>
          </p:cNvPr>
          <p:cNvSpPr/>
          <p:nvPr/>
        </p:nvSpPr>
        <p:spPr>
          <a:xfrm>
            <a:off x="6276111" y="3786904"/>
            <a:ext cx="692727" cy="572655"/>
          </a:xfrm>
          <a:prstGeom prst="ellipse">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dirty="0"/>
              <a:t>63</a:t>
            </a:r>
          </a:p>
        </p:txBody>
      </p:sp>
      <p:sp>
        <p:nvSpPr>
          <p:cNvPr id="22" name="Oval 21">
            <a:extLst>
              <a:ext uri="{FF2B5EF4-FFF2-40B4-BE49-F238E27FC236}">
                <a16:creationId xmlns:a16="http://schemas.microsoft.com/office/drawing/2014/main" id="{53B056F0-FEE6-4D72-4D50-F95C4375EBBC}"/>
              </a:ext>
            </a:extLst>
          </p:cNvPr>
          <p:cNvSpPr/>
          <p:nvPr/>
        </p:nvSpPr>
        <p:spPr>
          <a:xfrm>
            <a:off x="8423563" y="3842322"/>
            <a:ext cx="618834" cy="572655"/>
          </a:xfrm>
          <a:prstGeom prst="ellipse">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dirty="0"/>
              <a:t>86</a:t>
            </a:r>
          </a:p>
        </p:txBody>
      </p:sp>
      <p:sp>
        <p:nvSpPr>
          <p:cNvPr id="24" name="Oval 23">
            <a:extLst>
              <a:ext uri="{FF2B5EF4-FFF2-40B4-BE49-F238E27FC236}">
                <a16:creationId xmlns:a16="http://schemas.microsoft.com/office/drawing/2014/main" id="{F930C0C6-8634-FD1F-8F1B-5F90A3F56F15}"/>
              </a:ext>
            </a:extLst>
          </p:cNvPr>
          <p:cNvSpPr/>
          <p:nvPr/>
        </p:nvSpPr>
        <p:spPr>
          <a:xfrm>
            <a:off x="7753932" y="2479963"/>
            <a:ext cx="692727" cy="535699"/>
          </a:xfrm>
          <a:prstGeom prst="ellipse">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dirty="0"/>
              <a:t>74</a:t>
            </a:r>
          </a:p>
        </p:txBody>
      </p:sp>
      <p:sp>
        <p:nvSpPr>
          <p:cNvPr id="26" name="Oval 25">
            <a:extLst>
              <a:ext uri="{FF2B5EF4-FFF2-40B4-BE49-F238E27FC236}">
                <a16:creationId xmlns:a16="http://schemas.microsoft.com/office/drawing/2014/main" id="{C0083D2F-700D-35B0-1440-45A8B8E6C452}"/>
              </a:ext>
            </a:extLst>
          </p:cNvPr>
          <p:cNvSpPr/>
          <p:nvPr/>
        </p:nvSpPr>
        <p:spPr>
          <a:xfrm>
            <a:off x="3648367" y="5440219"/>
            <a:ext cx="706581" cy="572655"/>
          </a:xfrm>
          <a:prstGeom prst="ellipse">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dirty="0"/>
              <a:t>47</a:t>
            </a:r>
          </a:p>
        </p:txBody>
      </p:sp>
      <p:sp>
        <p:nvSpPr>
          <p:cNvPr id="28" name="Oval 27">
            <a:extLst>
              <a:ext uri="{FF2B5EF4-FFF2-40B4-BE49-F238E27FC236}">
                <a16:creationId xmlns:a16="http://schemas.microsoft.com/office/drawing/2014/main" id="{4A4F7645-213A-1602-5F4F-2169CE1B88AD}"/>
              </a:ext>
            </a:extLst>
          </p:cNvPr>
          <p:cNvSpPr/>
          <p:nvPr/>
        </p:nvSpPr>
        <p:spPr>
          <a:xfrm>
            <a:off x="1565563" y="5350160"/>
            <a:ext cx="674255" cy="572655"/>
          </a:xfrm>
          <a:prstGeom prst="ellipse">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dirty="0"/>
              <a:t>27</a:t>
            </a:r>
          </a:p>
        </p:txBody>
      </p:sp>
      <p:cxnSp>
        <p:nvCxnSpPr>
          <p:cNvPr id="30" name="Straight Connector 29">
            <a:extLst>
              <a:ext uri="{FF2B5EF4-FFF2-40B4-BE49-F238E27FC236}">
                <a16:creationId xmlns:a16="http://schemas.microsoft.com/office/drawing/2014/main" id="{7BFB445F-74FE-10F9-9919-23FD12CE408D}"/>
              </a:ext>
            </a:extLst>
          </p:cNvPr>
          <p:cNvCxnSpPr>
            <a:cxnSpLocks/>
            <a:stCxn id="22" idx="3"/>
            <a:endCxn id="14" idx="7"/>
          </p:cNvCxnSpPr>
          <p:nvPr/>
        </p:nvCxnSpPr>
        <p:spPr>
          <a:xfrm>
            <a:off x="8514189" y="4331114"/>
            <a:ext cx="1379698" cy="1192966"/>
          </a:xfrm>
          <a:prstGeom prst="line">
            <a:avLst/>
          </a:prstGeom>
        </p:spPr>
        <p:style>
          <a:lnRef idx="2">
            <a:schemeClr val="accent1"/>
          </a:lnRef>
          <a:fillRef idx="0">
            <a:schemeClr val="accent1"/>
          </a:fillRef>
          <a:effectRef idx="1">
            <a:schemeClr val="accent1"/>
          </a:effectRef>
          <a:fontRef idx="minor">
            <a:schemeClr val="tx1"/>
          </a:fontRef>
        </p:style>
      </p:cxnSp>
      <p:cxnSp>
        <p:nvCxnSpPr>
          <p:cNvPr id="31" name="Straight Connector 30">
            <a:extLst>
              <a:ext uri="{FF2B5EF4-FFF2-40B4-BE49-F238E27FC236}">
                <a16:creationId xmlns:a16="http://schemas.microsoft.com/office/drawing/2014/main" id="{207B00B8-BBE9-6540-AF4E-702612787FA1}"/>
              </a:ext>
            </a:extLst>
          </p:cNvPr>
          <p:cNvCxnSpPr>
            <a:cxnSpLocks/>
            <a:stCxn id="4" idx="6"/>
            <a:endCxn id="24" idx="1"/>
          </p:cNvCxnSpPr>
          <p:nvPr/>
        </p:nvCxnSpPr>
        <p:spPr>
          <a:xfrm>
            <a:off x="6382327" y="1415328"/>
            <a:ext cx="1473053" cy="1143086"/>
          </a:xfrm>
          <a:prstGeom prst="line">
            <a:avLst/>
          </a:prstGeom>
        </p:spPr>
        <p:style>
          <a:lnRef idx="2">
            <a:schemeClr val="accent1"/>
          </a:lnRef>
          <a:fillRef idx="0">
            <a:schemeClr val="accent1"/>
          </a:fillRef>
          <a:effectRef idx="1">
            <a:schemeClr val="accent1"/>
          </a:effectRef>
          <a:fontRef idx="minor">
            <a:schemeClr val="tx1"/>
          </a:fontRef>
        </p:style>
      </p:cxnSp>
      <p:cxnSp>
        <p:nvCxnSpPr>
          <p:cNvPr id="32" name="Straight Connector 31">
            <a:extLst>
              <a:ext uri="{FF2B5EF4-FFF2-40B4-BE49-F238E27FC236}">
                <a16:creationId xmlns:a16="http://schemas.microsoft.com/office/drawing/2014/main" id="{F849A5DB-2751-D40C-4C20-C5DC22CFCFD3}"/>
              </a:ext>
            </a:extLst>
          </p:cNvPr>
          <p:cNvCxnSpPr>
            <a:cxnSpLocks/>
            <a:stCxn id="24" idx="5"/>
            <a:endCxn id="22" idx="1"/>
          </p:cNvCxnSpPr>
          <p:nvPr/>
        </p:nvCxnSpPr>
        <p:spPr>
          <a:xfrm>
            <a:off x="8345211" y="2937211"/>
            <a:ext cx="168978" cy="988974"/>
          </a:xfrm>
          <a:prstGeom prst="line">
            <a:avLst/>
          </a:prstGeom>
        </p:spPr>
        <p:style>
          <a:lnRef idx="2">
            <a:schemeClr val="accent1"/>
          </a:lnRef>
          <a:fillRef idx="0">
            <a:schemeClr val="accent1"/>
          </a:fillRef>
          <a:effectRef idx="1">
            <a:schemeClr val="accent1"/>
          </a:effectRef>
          <a:fontRef idx="minor">
            <a:schemeClr val="tx1"/>
          </a:fontRef>
        </p:style>
      </p:cxnSp>
      <p:cxnSp>
        <p:nvCxnSpPr>
          <p:cNvPr id="33" name="Straight Connector 32">
            <a:extLst>
              <a:ext uri="{FF2B5EF4-FFF2-40B4-BE49-F238E27FC236}">
                <a16:creationId xmlns:a16="http://schemas.microsoft.com/office/drawing/2014/main" id="{0FEA4CB1-AF14-912A-C762-9AD41E4C3648}"/>
              </a:ext>
            </a:extLst>
          </p:cNvPr>
          <p:cNvCxnSpPr>
            <a:cxnSpLocks/>
            <a:stCxn id="10" idx="4"/>
            <a:endCxn id="26" idx="0"/>
          </p:cNvCxnSpPr>
          <p:nvPr/>
        </p:nvCxnSpPr>
        <p:spPr>
          <a:xfrm flipH="1">
            <a:off x="4001658" y="4396505"/>
            <a:ext cx="145468" cy="1043714"/>
          </a:xfrm>
          <a:prstGeom prst="line">
            <a:avLst/>
          </a:prstGeom>
        </p:spPr>
        <p:style>
          <a:lnRef idx="2">
            <a:schemeClr val="accent1"/>
          </a:lnRef>
          <a:fillRef idx="0">
            <a:schemeClr val="accent1"/>
          </a:fillRef>
          <a:effectRef idx="1">
            <a:schemeClr val="accent1"/>
          </a:effectRef>
          <a:fontRef idx="minor">
            <a:schemeClr val="tx1"/>
          </a:fontRef>
        </p:style>
      </p:cxnSp>
      <p:cxnSp>
        <p:nvCxnSpPr>
          <p:cNvPr id="34" name="Straight Connector 33">
            <a:extLst>
              <a:ext uri="{FF2B5EF4-FFF2-40B4-BE49-F238E27FC236}">
                <a16:creationId xmlns:a16="http://schemas.microsoft.com/office/drawing/2014/main" id="{08C1B79B-5D9E-8BEC-4F59-5416D15718F5}"/>
              </a:ext>
            </a:extLst>
          </p:cNvPr>
          <p:cNvCxnSpPr>
            <a:cxnSpLocks/>
            <a:stCxn id="12" idx="5"/>
            <a:endCxn id="10" idx="0"/>
          </p:cNvCxnSpPr>
          <p:nvPr/>
        </p:nvCxnSpPr>
        <p:spPr>
          <a:xfrm>
            <a:off x="3944079" y="2738629"/>
            <a:ext cx="203047" cy="1085221"/>
          </a:xfrm>
          <a:prstGeom prst="line">
            <a:avLst/>
          </a:prstGeom>
        </p:spPr>
        <p:style>
          <a:lnRef idx="2">
            <a:schemeClr val="accent1"/>
          </a:lnRef>
          <a:fillRef idx="0">
            <a:schemeClr val="accent1"/>
          </a:fillRef>
          <a:effectRef idx="1">
            <a:schemeClr val="accent1"/>
          </a:effectRef>
          <a:fontRef idx="minor">
            <a:schemeClr val="tx1"/>
          </a:fontRef>
        </p:style>
      </p:cxnSp>
      <p:cxnSp>
        <p:nvCxnSpPr>
          <p:cNvPr id="35" name="Straight Connector 34">
            <a:extLst>
              <a:ext uri="{FF2B5EF4-FFF2-40B4-BE49-F238E27FC236}">
                <a16:creationId xmlns:a16="http://schemas.microsoft.com/office/drawing/2014/main" id="{1A1535FF-D5E2-CD66-741C-AE666A7E05C4}"/>
              </a:ext>
            </a:extLst>
          </p:cNvPr>
          <p:cNvCxnSpPr>
            <a:cxnSpLocks/>
            <a:stCxn id="8" idx="4"/>
            <a:endCxn id="28" idx="7"/>
          </p:cNvCxnSpPr>
          <p:nvPr/>
        </p:nvCxnSpPr>
        <p:spPr>
          <a:xfrm flipH="1">
            <a:off x="2141076" y="4331843"/>
            <a:ext cx="61797" cy="1102180"/>
          </a:xfrm>
          <a:prstGeom prst="line">
            <a:avLst/>
          </a:prstGeom>
        </p:spPr>
        <p:style>
          <a:lnRef idx="2">
            <a:schemeClr val="accent1"/>
          </a:lnRef>
          <a:fillRef idx="0">
            <a:schemeClr val="accent1"/>
          </a:fillRef>
          <a:effectRef idx="1">
            <a:schemeClr val="accent1"/>
          </a:effectRef>
          <a:fontRef idx="minor">
            <a:schemeClr val="tx1"/>
          </a:fontRef>
        </p:style>
      </p:cxnSp>
      <p:cxnSp>
        <p:nvCxnSpPr>
          <p:cNvPr id="36" name="Straight Connector 35">
            <a:extLst>
              <a:ext uri="{FF2B5EF4-FFF2-40B4-BE49-F238E27FC236}">
                <a16:creationId xmlns:a16="http://schemas.microsoft.com/office/drawing/2014/main" id="{FA536A1C-3933-EE09-AF5D-353E9BAF4FF5}"/>
              </a:ext>
            </a:extLst>
          </p:cNvPr>
          <p:cNvCxnSpPr>
            <a:cxnSpLocks/>
            <a:stCxn id="8" idx="7"/>
            <a:endCxn id="12" idx="3"/>
          </p:cNvCxnSpPr>
          <p:nvPr/>
        </p:nvCxnSpPr>
        <p:spPr>
          <a:xfrm flipV="1">
            <a:off x="2441258" y="2738629"/>
            <a:ext cx="1012990" cy="1104422"/>
          </a:xfrm>
          <a:prstGeom prst="line">
            <a:avLst/>
          </a:prstGeom>
        </p:spPr>
        <p:style>
          <a:lnRef idx="2">
            <a:schemeClr val="accent1"/>
          </a:lnRef>
          <a:fillRef idx="0">
            <a:schemeClr val="accent1"/>
          </a:fillRef>
          <a:effectRef idx="1">
            <a:schemeClr val="accent1"/>
          </a:effectRef>
          <a:fontRef idx="minor">
            <a:schemeClr val="tx1"/>
          </a:fontRef>
        </p:style>
      </p:cxnSp>
      <p:cxnSp>
        <p:nvCxnSpPr>
          <p:cNvPr id="37" name="Straight Connector 36">
            <a:extLst>
              <a:ext uri="{FF2B5EF4-FFF2-40B4-BE49-F238E27FC236}">
                <a16:creationId xmlns:a16="http://schemas.microsoft.com/office/drawing/2014/main" id="{0F737CE3-C1EB-0DDC-B767-8256BE4D81A7}"/>
              </a:ext>
            </a:extLst>
          </p:cNvPr>
          <p:cNvCxnSpPr>
            <a:cxnSpLocks/>
            <a:stCxn id="4" idx="2"/>
            <a:endCxn id="12" idx="7"/>
          </p:cNvCxnSpPr>
          <p:nvPr/>
        </p:nvCxnSpPr>
        <p:spPr>
          <a:xfrm flipH="1">
            <a:off x="3944079" y="1415328"/>
            <a:ext cx="1745521" cy="944504"/>
          </a:xfrm>
          <a:prstGeom prst="line">
            <a:avLst/>
          </a:prstGeom>
        </p:spPr>
        <p:style>
          <a:lnRef idx="2">
            <a:schemeClr val="accent1"/>
          </a:lnRef>
          <a:fillRef idx="0">
            <a:schemeClr val="accent1"/>
          </a:fillRef>
          <a:effectRef idx="1">
            <a:schemeClr val="accent1"/>
          </a:effectRef>
          <a:fontRef idx="minor">
            <a:schemeClr val="tx1"/>
          </a:fontRef>
        </p:style>
      </p:cxnSp>
      <p:cxnSp>
        <p:nvCxnSpPr>
          <p:cNvPr id="52" name="Straight Connector 51">
            <a:extLst>
              <a:ext uri="{FF2B5EF4-FFF2-40B4-BE49-F238E27FC236}">
                <a16:creationId xmlns:a16="http://schemas.microsoft.com/office/drawing/2014/main" id="{279F1BB4-CDFF-8319-C5EC-5FB068C60C47}"/>
              </a:ext>
            </a:extLst>
          </p:cNvPr>
          <p:cNvCxnSpPr>
            <a:cxnSpLocks/>
            <a:stCxn id="20" idx="5"/>
            <a:endCxn id="16" idx="0"/>
          </p:cNvCxnSpPr>
          <p:nvPr/>
        </p:nvCxnSpPr>
        <p:spPr>
          <a:xfrm>
            <a:off x="6867390" y="4275696"/>
            <a:ext cx="895779" cy="1164521"/>
          </a:xfrm>
          <a:prstGeom prst="line">
            <a:avLst/>
          </a:prstGeom>
        </p:spPr>
        <p:style>
          <a:lnRef idx="2">
            <a:schemeClr val="accent1"/>
          </a:lnRef>
          <a:fillRef idx="0">
            <a:schemeClr val="accent1"/>
          </a:fillRef>
          <a:effectRef idx="1">
            <a:schemeClr val="accent1"/>
          </a:effectRef>
          <a:fontRef idx="minor">
            <a:schemeClr val="tx1"/>
          </a:fontRef>
        </p:style>
      </p:cxnSp>
      <p:cxnSp>
        <p:nvCxnSpPr>
          <p:cNvPr id="53" name="Straight Connector 52">
            <a:extLst>
              <a:ext uri="{FF2B5EF4-FFF2-40B4-BE49-F238E27FC236}">
                <a16:creationId xmlns:a16="http://schemas.microsoft.com/office/drawing/2014/main" id="{AC59632E-60B5-A515-B599-090B1042086A}"/>
              </a:ext>
            </a:extLst>
          </p:cNvPr>
          <p:cNvCxnSpPr>
            <a:cxnSpLocks/>
            <a:stCxn id="20" idx="3"/>
            <a:endCxn id="18" idx="0"/>
          </p:cNvCxnSpPr>
          <p:nvPr/>
        </p:nvCxnSpPr>
        <p:spPr>
          <a:xfrm flipH="1">
            <a:off x="5800445" y="4275696"/>
            <a:ext cx="577114" cy="1164522"/>
          </a:xfrm>
          <a:prstGeom prst="line">
            <a:avLst/>
          </a:prstGeom>
        </p:spPr>
        <p:style>
          <a:lnRef idx="2">
            <a:schemeClr val="accent1"/>
          </a:lnRef>
          <a:fillRef idx="0">
            <a:schemeClr val="accent1"/>
          </a:fillRef>
          <a:effectRef idx="1">
            <a:schemeClr val="accent1"/>
          </a:effectRef>
          <a:fontRef idx="minor">
            <a:schemeClr val="tx1"/>
          </a:fontRef>
        </p:style>
      </p:cxnSp>
      <p:cxnSp>
        <p:nvCxnSpPr>
          <p:cNvPr id="54" name="Straight Connector 53">
            <a:extLst>
              <a:ext uri="{FF2B5EF4-FFF2-40B4-BE49-F238E27FC236}">
                <a16:creationId xmlns:a16="http://schemas.microsoft.com/office/drawing/2014/main" id="{426345A6-98FB-A447-216D-CC444B713600}"/>
              </a:ext>
            </a:extLst>
          </p:cNvPr>
          <p:cNvCxnSpPr>
            <a:cxnSpLocks/>
            <a:stCxn id="24" idx="2"/>
            <a:endCxn id="20" idx="0"/>
          </p:cNvCxnSpPr>
          <p:nvPr/>
        </p:nvCxnSpPr>
        <p:spPr>
          <a:xfrm flipH="1">
            <a:off x="6622475" y="2747813"/>
            <a:ext cx="1131457" cy="1039091"/>
          </a:xfrm>
          <a:prstGeom prst="line">
            <a:avLst/>
          </a:prstGeom>
        </p:spPr>
        <p:style>
          <a:lnRef idx="2">
            <a:schemeClr val="accent1"/>
          </a:lnRef>
          <a:fillRef idx="0">
            <a:schemeClr val="accent1"/>
          </a:fillRef>
          <a:effectRef idx="1">
            <a:schemeClr val="accent1"/>
          </a:effectRef>
          <a:fontRef idx="minor">
            <a:schemeClr val="tx1"/>
          </a:fontRef>
        </p:style>
      </p:cxnSp>
      <p:cxnSp>
        <p:nvCxnSpPr>
          <p:cNvPr id="61" name="Straight Connector 60">
            <a:extLst>
              <a:ext uri="{FF2B5EF4-FFF2-40B4-BE49-F238E27FC236}">
                <a16:creationId xmlns:a16="http://schemas.microsoft.com/office/drawing/2014/main" id="{8736886D-186C-C996-ED1C-BD988710E332}"/>
              </a:ext>
            </a:extLst>
          </p:cNvPr>
          <p:cNvCxnSpPr>
            <a:cxnSpLocks/>
            <a:stCxn id="22" idx="5"/>
            <a:endCxn id="6" idx="0"/>
          </p:cNvCxnSpPr>
          <p:nvPr/>
        </p:nvCxnSpPr>
        <p:spPr>
          <a:xfrm>
            <a:off x="8951771" y="4331114"/>
            <a:ext cx="2122631" cy="1109103"/>
          </a:xfrm>
          <a:prstGeom prst="line">
            <a:avLst/>
          </a:prstGeom>
        </p:spPr>
        <p:style>
          <a:lnRef idx="2">
            <a:schemeClr val="accent1"/>
          </a:lnRef>
          <a:fillRef idx="0">
            <a:schemeClr val="accent1"/>
          </a:fillRef>
          <a:effectRef idx="1">
            <a:schemeClr val="accent1"/>
          </a:effectRef>
          <a:fontRef idx="minor">
            <a:schemeClr val="tx1"/>
          </a:fontRef>
        </p:style>
      </p:cxnSp>
      <p:sp>
        <p:nvSpPr>
          <p:cNvPr id="66" name="TextBox 65">
            <a:extLst>
              <a:ext uri="{FF2B5EF4-FFF2-40B4-BE49-F238E27FC236}">
                <a16:creationId xmlns:a16="http://schemas.microsoft.com/office/drawing/2014/main" id="{DD4C2D9A-7546-8301-9A78-A852C0E02978}"/>
              </a:ext>
            </a:extLst>
          </p:cNvPr>
          <p:cNvSpPr txBox="1"/>
          <p:nvPr/>
        </p:nvSpPr>
        <p:spPr>
          <a:xfrm>
            <a:off x="5578763" y="840508"/>
            <a:ext cx="914400" cy="369332"/>
          </a:xfrm>
          <a:prstGeom prst="rect">
            <a:avLst/>
          </a:prstGeom>
          <a:noFill/>
        </p:spPr>
        <p:txBody>
          <a:bodyPr wrap="square" rtlCol="0">
            <a:spAutoFit/>
          </a:bodyPr>
          <a:lstStyle/>
          <a:p>
            <a:r>
              <a:rPr lang="en-US" b="1" dirty="0"/>
              <a:t>ROOT</a:t>
            </a:r>
          </a:p>
        </p:txBody>
      </p:sp>
      <p:sp>
        <p:nvSpPr>
          <p:cNvPr id="68" name="TextBox 67">
            <a:extLst>
              <a:ext uri="{FF2B5EF4-FFF2-40B4-BE49-F238E27FC236}">
                <a16:creationId xmlns:a16="http://schemas.microsoft.com/office/drawing/2014/main" id="{1B77F3CD-64ED-32BD-C82D-F5D14DE2D3B4}"/>
              </a:ext>
            </a:extLst>
          </p:cNvPr>
          <p:cNvSpPr txBox="1"/>
          <p:nvPr/>
        </p:nvSpPr>
        <p:spPr>
          <a:xfrm>
            <a:off x="533404" y="2180668"/>
            <a:ext cx="914400" cy="646331"/>
          </a:xfrm>
          <a:prstGeom prst="rect">
            <a:avLst/>
          </a:prstGeom>
          <a:noFill/>
        </p:spPr>
        <p:txBody>
          <a:bodyPr wrap="square" rtlCol="0">
            <a:spAutoFit/>
          </a:bodyPr>
          <a:lstStyle/>
          <a:p>
            <a:pPr algn="ctr"/>
            <a:r>
              <a:rPr lang="en-US" b="1" dirty="0"/>
              <a:t>ROOT </a:t>
            </a:r>
          </a:p>
          <a:p>
            <a:pPr algn="ctr"/>
            <a:r>
              <a:rPr lang="en-US" b="1" dirty="0"/>
              <a:t>52</a:t>
            </a:r>
          </a:p>
        </p:txBody>
      </p:sp>
      <p:sp>
        <p:nvSpPr>
          <p:cNvPr id="70" name="TextBox 69">
            <a:extLst>
              <a:ext uri="{FF2B5EF4-FFF2-40B4-BE49-F238E27FC236}">
                <a16:creationId xmlns:a16="http://schemas.microsoft.com/office/drawing/2014/main" id="{46F197CC-1677-6366-C579-07EB92D67A7B}"/>
              </a:ext>
            </a:extLst>
          </p:cNvPr>
          <p:cNvSpPr txBox="1"/>
          <p:nvPr/>
        </p:nvSpPr>
        <p:spPr>
          <a:xfrm>
            <a:off x="2273422" y="1784731"/>
            <a:ext cx="1772105" cy="369332"/>
          </a:xfrm>
          <a:prstGeom prst="rect">
            <a:avLst/>
          </a:prstGeom>
          <a:noFill/>
        </p:spPr>
        <p:txBody>
          <a:bodyPr wrap="square" rtlCol="0">
            <a:spAutoFit/>
          </a:bodyPr>
          <a:lstStyle/>
          <a:p>
            <a:r>
              <a:rPr lang="en-US" b="1" dirty="0"/>
              <a:t>LEFT SUBTREE</a:t>
            </a:r>
          </a:p>
        </p:txBody>
      </p:sp>
      <p:sp>
        <p:nvSpPr>
          <p:cNvPr id="72" name="TextBox 71">
            <a:extLst>
              <a:ext uri="{FF2B5EF4-FFF2-40B4-BE49-F238E27FC236}">
                <a16:creationId xmlns:a16="http://schemas.microsoft.com/office/drawing/2014/main" id="{5E0BEECC-6C25-D55A-C9E9-D8C1B9820863}"/>
              </a:ext>
            </a:extLst>
          </p:cNvPr>
          <p:cNvSpPr txBox="1"/>
          <p:nvPr/>
        </p:nvSpPr>
        <p:spPr>
          <a:xfrm>
            <a:off x="8844304" y="1848282"/>
            <a:ext cx="2010159" cy="369332"/>
          </a:xfrm>
          <a:prstGeom prst="rect">
            <a:avLst/>
          </a:prstGeom>
          <a:noFill/>
        </p:spPr>
        <p:txBody>
          <a:bodyPr wrap="square" rtlCol="0">
            <a:spAutoFit/>
          </a:bodyPr>
          <a:lstStyle/>
          <a:p>
            <a:r>
              <a:rPr lang="en-US" b="1" dirty="0"/>
              <a:t>RIGHT SUBTREE</a:t>
            </a:r>
          </a:p>
        </p:txBody>
      </p:sp>
      <p:sp>
        <p:nvSpPr>
          <p:cNvPr id="77" name="TextBox 76">
            <a:extLst>
              <a:ext uri="{FF2B5EF4-FFF2-40B4-BE49-F238E27FC236}">
                <a16:creationId xmlns:a16="http://schemas.microsoft.com/office/drawing/2014/main" id="{F1A9F62F-C3DD-07C9-3251-7374AB02AA3D}"/>
              </a:ext>
            </a:extLst>
          </p:cNvPr>
          <p:cNvSpPr txBox="1"/>
          <p:nvPr/>
        </p:nvSpPr>
        <p:spPr>
          <a:xfrm>
            <a:off x="203200" y="3068577"/>
            <a:ext cx="2070221" cy="646331"/>
          </a:xfrm>
          <a:prstGeom prst="rect">
            <a:avLst/>
          </a:prstGeom>
          <a:noFill/>
        </p:spPr>
        <p:txBody>
          <a:bodyPr wrap="square" rtlCol="0">
            <a:spAutoFit/>
          </a:bodyPr>
          <a:lstStyle/>
          <a:p>
            <a:r>
              <a:rPr lang="en-US" b="1" dirty="0"/>
              <a:t>LEAF NODES</a:t>
            </a:r>
          </a:p>
          <a:p>
            <a:r>
              <a:rPr lang="en-US" b="1" dirty="0"/>
              <a:t>27,47,59,68,79,92</a:t>
            </a:r>
          </a:p>
        </p:txBody>
      </p:sp>
      <p:sp>
        <p:nvSpPr>
          <p:cNvPr id="79" name="TextBox 78">
            <a:extLst>
              <a:ext uri="{FF2B5EF4-FFF2-40B4-BE49-F238E27FC236}">
                <a16:creationId xmlns:a16="http://schemas.microsoft.com/office/drawing/2014/main" id="{16A4D63D-6F30-3A74-B7FD-6170518074BB}"/>
              </a:ext>
            </a:extLst>
          </p:cNvPr>
          <p:cNvSpPr txBox="1"/>
          <p:nvPr/>
        </p:nvSpPr>
        <p:spPr>
          <a:xfrm>
            <a:off x="132971" y="4168147"/>
            <a:ext cx="2070221" cy="646331"/>
          </a:xfrm>
          <a:prstGeom prst="rect">
            <a:avLst/>
          </a:prstGeom>
          <a:noFill/>
        </p:spPr>
        <p:txBody>
          <a:bodyPr wrap="square" rtlCol="0">
            <a:spAutoFit/>
          </a:bodyPr>
          <a:lstStyle/>
          <a:p>
            <a:r>
              <a:rPr lang="en-US" b="1" dirty="0"/>
              <a:t>LEFT NODES</a:t>
            </a:r>
          </a:p>
          <a:p>
            <a:r>
              <a:rPr lang="en-US" b="1" dirty="0"/>
              <a:t>31,18,2743,47</a:t>
            </a:r>
          </a:p>
        </p:txBody>
      </p:sp>
      <p:sp>
        <p:nvSpPr>
          <p:cNvPr id="84" name="TextBox 83">
            <a:extLst>
              <a:ext uri="{FF2B5EF4-FFF2-40B4-BE49-F238E27FC236}">
                <a16:creationId xmlns:a16="http://schemas.microsoft.com/office/drawing/2014/main" id="{541E074A-6D6B-3A14-C344-C5703BDAA9D0}"/>
              </a:ext>
            </a:extLst>
          </p:cNvPr>
          <p:cNvSpPr txBox="1"/>
          <p:nvPr/>
        </p:nvSpPr>
        <p:spPr>
          <a:xfrm>
            <a:off x="8592541" y="2577052"/>
            <a:ext cx="3456299" cy="1200329"/>
          </a:xfrm>
          <a:prstGeom prst="rect">
            <a:avLst/>
          </a:prstGeom>
          <a:noFill/>
        </p:spPr>
        <p:txBody>
          <a:bodyPr wrap="square" rtlCol="0">
            <a:spAutoFit/>
          </a:bodyPr>
          <a:lstStyle/>
          <a:p>
            <a:r>
              <a:rPr lang="en-US" b="1" dirty="0"/>
              <a:t>PREDECESSOR/SUCCESSOR EXAMPLE</a:t>
            </a:r>
          </a:p>
          <a:p>
            <a:r>
              <a:rPr lang="en-US" b="1" dirty="0"/>
              <a:t>59          &lt;-             63          -&gt;    68</a:t>
            </a:r>
          </a:p>
          <a:p>
            <a:r>
              <a:rPr lang="en-US" b="1" dirty="0"/>
              <a:t>PREDECESSOR       SUCCESSOR</a:t>
            </a:r>
          </a:p>
        </p:txBody>
      </p:sp>
      <p:sp>
        <p:nvSpPr>
          <p:cNvPr id="86" name="TextBox 85">
            <a:extLst>
              <a:ext uri="{FF2B5EF4-FFF2-40B4-BE49-F238E27FC236}">
                <a16:creationId xmlns:a16="http://schemas.microsoft.com/office/drawing/2014/main" id="{51C68717-4F44-7754-860F-4D036DFAC002}"/>
              </a:ext>
            </a:extLst>
          </p:cNvPr>
          <p:cNvSpPr txBox="1"/>
          <p:nvPr/>
        </p:nvSpPr>
        <p:spPr>
          <a:xfrm>
            <a:off x="9747238" y="4261496"/>
            <a:ext cx="2398582" cy="646331"/>
          </a:xfrm>
          <a:prstGeom prst="rect">
            <a:avLst/>
          </a:prstGeom>
          <a:noFill/>
        </p:spPr>
        <p:txBody>
          <a:bodyPr wrap="square" rtlCol="0">
            <a:spAutoFit/>
          </a:bodyPr>
          <a:lstStyle/>
          <a:p>
            <a:pPr algn="ctr"/>
            <a:r>
              <a:rPr lang="en-US" b="1" dirty="0"/>
              <a:t>RIGHT SUBTREE</a:t>
            </a:r>
          </a:p>
          <a:p>
            <a:pPr algn="ctr"/>
            <a:r>
              <a:rPr lang="en-US" b="1" dirty="0"/>
              <a:t>74,63,59,68,86,79,92</a:t>
            </a:r>
          </a:p>
        </p:txBody>
      </p:sp>
    </p:spTree>
    <p:extLst>
      <p:ext uri="{BB962C8B-B14F-4D97-AF65-F5344CB8AC3E}">
        <p14:creationId xmlns:p14="http://schemas.microsoft.com/office/powerpoint/2010/main" val="308437335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A96EA575-06A7-8E5F-1D3A-99CBD17FBCCE}"/>
              </a:ext>
            </a:extLst>
          </p:cNvPr>
          <p:cNvSpPr>
            <a:spLocks noGrp="1"/>
          </p:cNvSpPr>
          <p:nvPr>
            <p:ph idx="1"/>
          </p:nvPr>
        </p:nvSpPr>
        <p:spPr>
          <a:xfrm>
            <a:off x="240145" y="184726"/>
            <a:ext cx="11573164" cy="6474691"/>
          </a:xfrm>
        </p:spPr>
        <p:txBody>
          <a:bodyPr>
            <a:normAutofit/>
          </a:bodyPr>
          <a:lstStyle/>
          <a:p>
            <a:r>
              <a:rPr lang="en-US" sz="3500" dirty="0"/>
              <a:t>I created this Binary Search Tree by inserting each unique value from my dataset in its original order. The first value, 52, becomes the root of the tree. During insertion, values smaller than the current node move to the left, while larger values move to the right. The duplicate values 31 and 74 are ignored because duplicates are not inserted into this BST. In the completed tree, 31 starts the left subtree and 74 starts the right subtree. The values 27, 47, 59, 68, 79, and 92 are leaf nodes because they do not have any children. For node 63, the predecessor is 59 and the successor is 68. This completed tree follows the BST ordering rule at every node.</a:t>
            </a:r>
          </a:p>
        </p:txBody>
      </p:sp>
    </p:spTree>
    <p:extLst>
      <p:ext uri="{BB962C8B-B14F-4D97-AF65-F5344CB8AC3E}">
        <p14:creationId xmlns:p14="http://schemas.microsoft.com/office/powerpoint/2010/main" val="2566015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DD0568-6674-3A97-0DF2-41BD74B70103}"/>
              </a:ext>
            </a:extLst>
          </p:cNvPr>
          <p:cNvSpPr>
            <a:spLocks noGrp="1"/>
          </p:cNvSpPr>
          <p:nvPr>
            <p:ph type="title"/>
          </p:nvPr>
        </p:nvSpPr>
        <p:spPr>
          <a:xfrm>
            <a:off x="0" y="1"/>
            <a:ext cx="12192000" cy="681036"/>
          </a:xfrm>
        </p:spPr>
        <p:txBody>
          <a:bodyPr>
            <a:normAutofit fontScale="90000"/>
          </a:bodyPr>
          <a:lstStyle/>
          <a:p>
            <a:pPr algn="ctr"/>
            <a:r>
              <a:rPr lang="en-US" b="1" dirty="0"/>
              <a:t>Inorder Traversal</a:t>
            </a:r>
          </a:p>
        </p:txBody>
      </p:sp>
      <p:sp>
        <p:nvSpPr>
          <p:cNvPr id="3" name="Content Placeholder 2">
            <a:extLst>
              <a:ext uri="{FF2B5EF4-FFF2-40B4-BE49-F238E27FC236}">
                <a16:creationId xmlns:a16="http://schemas.microsoft.com/office/drawing/2014/main" id="{A0F048F6-DA90-8E3F-4A1C-C29AA53545D1}"/>
              </a:ext>
            </a:extLst>
          </p:cNvPr>
          <p:cNvSpPr>
            <a:spLocks noGrp="1"/>
          </p:cNvSpPr>
          <p:nvPr>
            <p:ph idx="1"/>
          </p:nvPr>
        </p:nvSpPr>
        <p:spPr>
          <a:xfrm>
            <a:off x="193964" y="840509"/>
            <a:ext cx="11785600" cy="6017490"/>
          </a:xfrm>
        </p:spPr>
        <p:txBody>
          <a:bodyPr/>
          <a:lstStyle/>
          <a:p>
            <a:pPr marL="457200" lvl="1" indent="0">
              <a:buNone/>
            </a:pPr>
            <a:endParaRPr lang="en-US" dirty="0"/>
          </a:p>
        </p:txBody>
      </p:sp>
      <p:sp>
        <p:nvSpPr>
          <p:cNvPr id="4" name="Oval 3">
            <a:extLst>
              <a:ext uri="{FF2B5EF4-FFF2-40B4-BE49-F238E27FC236}">
                <a16:creationId xmlns:a16="http://schemas.microsoft.com/office/drawing/2014/main" id="{D9FBB9E0-A536-19C4-C2C3-820B717C1BAD}"/>
              </a:ext>
            </a:extLst>
          </p:cNvPr>
          <p:cNvSpPr/>
          <p:nvPr/>
        </p:nvSpPr>
        <p:spPr>
          <a:xfrm>
            <a:off x="5417124" y="1205345"/>
            <a:ext cx="812800" cy="674254"/>
          </a:xfrm>
          <a:prstGeom prst="ellipse">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dirty="0"/>
              <a:t>52</a:t>
            </a:r>
          </a:p>
        </p:txBody>
      </p:sp>
      <p:sp>
        <p:nvSpPr>
          <p:cNvPr id="6" name="Oval 5">
            <a:extLst>
              <a:ext uri="{FF2B5EF4-FFF2-40B4-BE49-F238E27FC236}">
                <a16:creationId xmlns:a16="http://schemas.microsoft.com/office/drawing/2014/main" id="{8ADB4372-9F5D-9407-9D96-9E5E284FED80}"/>
              </a:ext>
            </a:extLst>
          </p:cNvPr>
          <p:cNvSpPr/>
          <p:nvPr/>
        </p:nvSpPr>
        <p:spPr>
          <a:xfrm>
            <a:off x="3043383" y="2387601"/>
            <a:ext cx="812800" cy="674254"/>
          </a:xfrm>
          <a:prstGeom prst="ellipse">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dirty="0"/>
              <a:t>31</a:t>
            </a:r>
          </a:p>
        </p:txBody>
      </p:sp>
      <p:sp>
        <p:nvSpPr>
          <p:cNvPr id="8" name="Oval 7">
            <a:extLst>
              <a:ext uri="{FF2B5EF4-FFF2-40B4-BE49-F238E27FC236}">
                <a16:creationId xmlns:a16="http://schemas.microsoft.com/office/drawing/2014/main" id="{88ACCC88-76E3-5641-2C5A-EE6372A6A529}"/>
              </a:ext>
            </a:extLst>
          </p:cNvPr>
          <p:cNvSpPr/>
          <p:nvPr/>
        </p:nvSpPr>
        <p:spPr>
          <a:xfrm>
            <a:off x="10880434" y="5297057"/>
            <a:ext cx="812800" cy="674254"/>
          </a:xfrm>
          <a:prstGeom prst="ellipse">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dirty="0"/>
              <a:t>92</a:t>
            </a:r>
          </a:p>
        </p:txBody>
      </p:sp>
      <p:sp>
        <p:nvSpPr>
          <p:cNvPr id="10" name="Oval 9">
            <a:extLst>
              <a:ext uri="{FF2B5EF4-FFF2-40B4-BE49-F238E27FC236}">
                <a16:creationId xmlns:a16="http://schemas.microsoft.com/office/drawing/2014/main" id="{C2937E02-054C-1306-60D4-E4DB9806756E}"/>
              </a:ext>
            </a:extLst>
          </p:cNvPr>
          <p:cNvSpPr/>
          <p:nvPr/>
        </p:nvSpPr>
        <p:spPr>
          <a:xfrm>
            <a:off x="9157855" y="5273961"/>
            <a:ext cx="812800" cy="674254"/>
          </a:xfrm>
          <a:prstGeom prst="ellipse">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dirty="0"/>
              <a:t>79</a:t>
            </a:r>
          </a:p>
        </p:txBody>
      </p:sp>
      <p:sp>
        <p:nvSpPr>
          <p:cNvPr id="12" name="Oval 11">
            <a:extLst>
              <a:ext uri="{FF2B5EF4-FFF2-40B4-BE49-F238E27FC236}">
                <a16:creationId xmlns:a16="http://schemas.microsoft.com/office/drawing/2014/main" id="{CE983579-88F3-B01B-BA6B-C0354282038A}"/>
              </a:ext>
            </a:extLst>
          </p:cNvPr>
          <p:cNvSpPr/>
          <p:nvPr/>
        </p:nvSpPr>
        <p:spPr>
          <a:xfrm>
            <a:off x="7800111" y="5343237"/>
            <a:ext cx="812800" cy="674254"/>
          </a:xfrm>
          <a:prstGeom prst="ellipse">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dirty="0"/>
              <a:t>68</a:t>
            </a:r>
          </a:p>
        </p:txBody>
      </p:sp>
      <p:sp>
        <p:nvSpPr>
          <p:cNvPr id="14" name="Oval 13">
            <a:extLst>
              <a:ext uri="{FF2B5EF4-FFF2-40B4-BE49-F238E27FC236}">
                <a16:creationId xmlns:a16="http://schemas.microsoft.com/office/drawing/2014/main" id="{351C26DE-B151-7585-262B-E4E2ADA10146}"/>
              </a:ext>
            </a:extLst>
          </p:cNvPr>
          <p:cNvSpPr/>
          <p:nvPr/>
        </p:nvSpPr>
        <p:spPr>
          <a:xfrm>
            <a:off x="6151417" y="5343237"/>
            <a:ext cx="812800" cy="674254"/>
          </a:xfrm>
          <a:prstGeom prst="ellipse">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dirty="0"/>
              <a:t>59</a:t>
            </a:r>
          </a:p>
        </p:txBody>
      </p:sp>
      <p:sp>
        <p:nvSpPr>
          <p:cNvPr id="16" name="Oval 15">
            <a:extLst>
              <a:ext uri="{FF2B5EF4-FFF2-40B4-BE49-F238E27FC236}">
                <a16:creationId xmlns:a16="http://schemas.microsoft.com/office/drawing/2014/main" id="{0FB2D48A-7BEC-0D76-4DA8-928013AF6524}"/>
              </a:ext>
            </a:extLst>
          </p:cNvPr>
          <p:cNvSpPr/>
          <p:nvPr/>
        </p:nvSpPr>
        <p:spPr>
          <a:xfrm>
            <a:off x="9686637" y="3768436"/>
            <a:ext cx="812800" cy="674254"/>
          </a:xfrm>
          <a:prstGeom prst="ellipse">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dirty="0"/>
              <a:t>86</a:t>
            </a:r>
          </a:p>
        </p:txBody>
      </p:sp>
      <p:sp>
        <p:nvSpPr>
          <p:cNvPr id="18" name="Oval 17">
            <a:extLst>
              <a:ext uri="{FF2B5EF4-FFF2-40B4-BE49-F238E27FC236}">
                <a16:creationId xmlns:a16="http://schemas.microsoft.com/office/drawing/2014/main" id="{CF4153F4-D7F0-B5F7-68A5-7AD28187C1FF}"/>
              </a:ext>
            </a:extLst>
          </p:cNvPr>
          <p:cNvSpPr/>
          <p:nvPr/>
        </p:nvSpPr>
        <p:spPr>
          <a:xfrm>
            <a:off x="7042734" y="3920837"/>
            <a:ext cx="812800" cy="674254"/>
          </a:xfrm>
          <a:prstGeom prst="ellipse">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dirty="0"/>
              <a:t>63</a:t>
            </a:r>
          </a:p>
        </p:txBody>
      </p:sp>
      <p:sp>
        <p:nvSpPr>
          <p:cNvPr id="20" name="Oval 19">
            <a:extLst>
              <a:ext uri="{FF2B5EF4-FFF2-40B4-BE49-F238E27FC236}">
                <a16:creationId xmlns:a16="http://schemas.microsoft.com/office/drawing/2014/main" id="{CDC73179-F9CE-81FE-C7C9-AB52CB7812CF}"/>
              </a:ext>
            </a:extLst>
          </p:cNvPr>
          <p:cNvSpPr/>
          <p:nvPr/>
        </p:nvSpPr>
        <p:spPr>
          <a:xfrm>
            <a:off x="8151099" y="2470732"/>
            <a:ext cx="812800" cy="674254"/>
          </a:xfrm>
          <a:prstGeom prst="ellipse">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dirty="0"/>
              <a:t>74</a:t>
            </a:r>
          </a:p>
        </p:txBody>
      </p:sp>
      <p:sp>
        <p:nvSpPr>
          <p:cNvPr id="22" name="Oval 21">
            <a:extLst>
              <a:ext uri="{FF2B5EF4-FFF2-40B4-BE49-F238E27FC236}">
                <a16:creationId xmlns:a16="http://schemas.microsoft.com/office/drawing/2014/main" id="{203522D6-F784-0200-0E15-FCB1D03320BC}"/>
              </a:ext>
            </a:extLst>
          </p:cNvPr>
          <p:cNvSpPr/>
          <p:nvPr/>
        </p:nvSpPr>
        <p:spPr>
          <a:xfrm>
            <a:off x="4156363" y="5454072"/>
            <a:ext cx="812800" cy="674254"/>
          </a:xfrm>
          <a:prstGeom prst="ellipse">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dirty="0"/>
              <a:t>47</a:t>
            </a:r>
          </a:p>
        </p:txBody>
      </p:sp>
      <p:sp>
        <p:nvSpPr>
          <p:cNvPr id="24" name="Oval 23">
            <a:extLst>
              <a:ext uri="{FF2B5EF4-FFF2-40B4-BE49-F238E27FC236}">
                <a16:creationId xmlns:a16="http://schemas.microsoft.com/office/drawing/2014/main" id="{02CDFB84-E264-5793-4882-ED53B8CFDE36}"/>
              </a:ext>
            </a:extLst>
          </p:cNvPr>
          <p:cNvSpPr/>
          <p:nvPr/>
        </p:nvSpPr>
        <p:spPr>
          <a:xfrm>
            <a:off x="1782618" y="5551055"/>
            <a:ext cx="812800" cy="674254"/>
          </a:xfrm>
          <a:prstGeom prst="ellipse">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dirty="0"/>
              <a:t>27</a:t>
            </a:r>
          </a:p>
        </p:txBody>
      </p:sp>
      <p:sp>
        <p:nvSpPr>
          <p:cNvPr id="26" name="Oval 25">
            <a:extLst>
              <a:ext uri="{FF2B5EF4-FFF2-40B4-BE49-F238E27FC236}">
                <a16:creationId xmlns:a16="http://schemas.microsoft.com/office/drawing/2014/main" id="{7EB26C57-9C1B-C4D5-A766-0399F068825C}"/>
              </a:ext>
            </a:extLst>
          </p:cNvPr>
          <p:cNvSpPr/>
          <p:nvPr/>
        </p:nvSpPr>
        <p:spPr>
          <a:xfrm>
            <a:off x="3985491" y="4050145"/>
            <a:ext cx="812800" cy="674254"/>
          </a:xfrm>
          <a:prstGeom prst="ellipse">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dirty="0"/>
              <a:t>43</a:t>
            </a:r>
          </a:p>
        </p:txBody>
      </p:sp>
      <p:sp>
        <p:nvSpPr>
          <p:cNvPr id="28" name="Oval 27">
            <a:extLst>
              <a:ext uri="{FF2B5EF4-FFF2-40B4-BE49-F238E27FC236}">
                <a16:creationId xmlns:a16="http://schemas.microsoft.com/office/drawing/2014/main" id="{595CBCFD-F0DA-F780-BEDD-B3943810E74A}"/>
              </a:ext>
            </a:extLst>
          </p:cNvPr>
          <p:cNvSpPr/>
          <p:nvPr/>
        </p:nvSpPr>
        <p:spPr>
          <a:xfrm>
            <a:off x="1967346" y="4050145"/>
            <a:ext cx="812800" cy="674254"/>
          </a:xfrm>
          <a:prstGeom prst="ellipse">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dirty="0"/>
              <a:t>18</a:t>
            </a:r>
          </a:p>
        </p:txBody>
      </p:sp>
      <p:cxnSp>
        <p:nvCxnSpPr>
          <p:cNvPr id="30" name="Straight Connector 29">
            <a:extLst>
              <a:ext uri="{FF2B5EF4-FFF2-40B4-BE49-F238E27FC236}">
                <a16:creationId xmlns:a16="http://schemas.microsoft.com/office/drawing/2014/main" id="{5DBEA996-E31F-E88A-AE82-31396BA20FD9}"/>
              </a:ext>
            </a:extLst>
          </p:cNvPr>
          <p:cNvCxnSpPr>
            <a:cxnSpLocks/>
            <a:stCxn id="4" idx="3"/>
            <a:endCxn id="6" idx="7"/>
          </p:cNvCxnSpPr>
          <p:nvPr/>
        </p:nvCxnSpPr>
        <p:spPr>
          <a:xfrm flipH="1">
            <a:off x="3737151" y="1780857"/>
            <a:ext cx="1799005" cy="705486"/>
          </a:xfrm>
          <a:prstGeom prst="line">
            <a:avLst/>
          </a:prstGeom>
        </p:spPr>
        <p:style>
          <a:lnRef idx="2">
            <a:schemeClr val="accent1"/>
          </a:lnRef>
          <a:fillRef idx="0">
            <a:schemeClr val="accent1"/>
          </a:fillRef>
          <a:effectRef idx="1">
            <a:schemeClr val="accent1"/>
          </a:effectRef>
          <a:fontRef idx="minor">
            <a:schemeClr val="tx1"/>
          </a:fontRef>
        </p:style>
      </p:cxnSp>
      <p:cxnSp>
        <p:nvCxnSpPr>
          <p:cNvPr id="33" name="Straight Connector 32">
            <a:extLst>
              <a:ext uri="{FF2B5EF4-FFF2-40B4-BE49-F238E27FC236}">
                <a16:creationId xmlns:a16="http://schemas.microsoft.com/office/drawing/2014/main" id="{F8BA0F1E-56C8-F3DD-96ED-EB0262386754}"/>
              </a:ext>
            </a:extLst>
          </p:cNvPr>
          <p:cNvCxnSpPr>
            <a:cxnSpLocks/>
            <a:stCxn id="6" idx="3"/>
            <a:endCxn id="28" idx="7"/>
          </p:cNvCxnSpPr>
          <p:nvPr/>
        </p:nvCxnSpPr>
        <p:spPr>
          <a:xfrm flipH="1">
            <a:off x="2661114" y="2963113"/>
            <a:ext cx="501301" cy="1185774"/>
          </a:xfrm>
          <a:prstGeom prst="line">
            <a:avLst/>
          </a:prstGeom>
        </p:spPr>
        <p:style>
          <a:lnRef idx="2">
            <a:schemeClr val="accent1"/>
          </a:lnRef>
          <a:fillRef idx="0">
            <a:schemeClr val="accent1"/>
          </a:fillRef>
          <a:effectRef idx="1">
            <a:schemeClr val="accent1"/>
          </a:effectRef>
          <a:fontRef idx="minor">
            <a:schemeClr val="tx1"/>
          </a:fontRef>
        </p:style>
      </p:cxnSp>
      <p:cxnSp>
        <p:nvCxnSpPr>
          <p:cNvPr id="34" name="Straight Connector 33">
            <a:extLst>
              <a:ext uri="{FF2B5EF4-FFF2-40B4-BE49-F238E27FC236}">
                <a16:creationId xmlns:a16="http://schemas.microsoft.com/office/drawing/2014/main" id="{B89BBF2D-4716-50F4-384C-70662CACA3B8}"/>
              </a:ext>
            </a:extLst>
          </p:cNvPr>
          <p:cNvCxnSpPr>
            <a:cxnSpLocks/>
            <a:stCxn id="6" idx="5"/>
            <a:endCxn id="26" idx="0"/>
          </p:cNvCxnSpPr>
          <p:nvPr/>
        </p:nvCxnSpPr>
        <p:spPr>
          <a:xfrm>
            <a:off x="3737151" y="2963113"/>
            <a:ext cx="654740" cy="1087032"/>
          </a:xfrm>
          <a:prstGeom prst="line">
            <a:avLst/>
          </a:prstGeom>
        </p:spPr>
        <p:style>
          <a:lnRef idx="2">
            <a:schemeClr val="accent1"/>
          </a:lnRef>
          <a:fillRef idx="0">
            <a:schemeClr val="accent1"/>
          </a:fillRef>
          <a:effectRef idx="1">
            <a:schemeClr val="accent1"/>
          </a:effectRef>
          <a:fontRef idx="minor">
            <a:schemeClr val="tx1"/>
          </a:fontRef>
        </p:style>
      </p:cxnSp>
      <p:cxnSp>
        <p:nvCxnSpPr>
          <p:cNvPr id="35" name="Straight Connector 34">
            <a:extLst>
              <a:ext uri="{FF2B5EF4-FFF2-40B4-BE49-F238E27FC236}">
                <a16:creationId xmlns:a16="http://schemas.microsoft.com/office/drawing/2014/main" id="{000C5C38-5CD5-3A40-9321-0C0294261B87}"/>
              </a:ext>
            </a:extLst>
          </p:cNvPr>
          <p:cNvCxnSpPr>
            <a:cxnSpLocks/>
            <a:endCxn id="24" idx="0"/>
          </p:cNvCxnSpPr>
          <p:nvPr/>
        </p:nvCxnSpPr>
        <p:spPr>
          <a:xfrm flipH="1">
            <a:off x="2189018" y="4724399"/>
            <a:ext cx="32327" cy="826656"/>
          </a:xfrm>
          <a:prstGeom prst="line">
            <a:avLst/>
          </a:prstGeom>
        </p:spPr>
        <p:style>
          <a:lnRef idx="2">
            <a:schemeClr val="accent1"/>
          </a:lnRef>
          <a:fillRef idx="0">
            <a:schemeClr val="accent1"/>
          </a:fillRef>
          <a:effectRef idx="1">
            <a:schemeClr val="accent1"/>
          </a:effectRef>
          <a:fontRef idx="minor">
            <a:schemeClr val="tx1"/>
          </a:fontRef>
        </p:style>
      </p:cxnSp>
      <p:cxnSp>
        <p:nvCxnSpPr>
          <p:cNvPr id="36" name="Straight Connector 35">
            <a:extLst>
              <a:ext uri="{FF2B5EF4-FFF2-40B4-BE49-F238E27FC236}">
                <a16:creationId xmlns:a16="http://schemas.microsoft.com/office/drawing/2014/main" id="{1393AF4A-C461-E841-E51D-52C6262D0655}"/>
              </a:ext>
            </a:extLst>
          </p:cNvPr>
          <p:cNvCxnSpPr>
            <a:cxnSpLocks/>
            <a:stCxn id="26" idx="4"/>
            <a:endCxn id="22" idx="0"/>
          </p:cNvCxnSpPr>
          <p:nvPr/>
        </p:nvCxnSpPr>
        <p:spPr>
          <a:xfrm>
            <a:off x="4391891" y="4724399"/>
            <a:ext cx="170872" cy="729673"/>
          </a:xfrm>
          <a:prstGeom prst="line">
            <a:avLst/>
          </a:prstGeom>
        </p:spPr>
        <p:style>
          <a:lnRef idx="2">
            <a:schemeClr val="accent1"/>
          </a:lnRef>
          <a:fillRef idx="0">
            <a:schemeClr val="accent1"/>
          </a:fillRef>
          <a:effectRef idx="1">
            <a:schemeClr val="accent1"/>
          </a:effectRef>
          <a:fontRef idx="minor">
            <a:schemeClr val="tx1"/>
          </a:fontRef>
        </p:style>
      </p:cxnSp>
      <p:cxnSp>
        <p:nvCxnSpPr>
          <p:cNvPr id="37" name="Straight Connector 36">
            <a:extLst>
              <a:ext uri="{FF2B5EF4-FFF2-40B4-BE49-F238E27FC236}">
                <a16:creationId xmlns:a16="http://schemas.microsoft.com/office/drawing/2014/main" id="{92F49E3F-28F4-95CE-2DC4-13327D6503E2}"/>
              </a:ext>
            </a:extLst>
          </p:cNvPr>
          <p:cNvCxnSpPr>
            <a:cxnSpLocks/>
            <a:stCxn id="4" idx="5"/>
            <a:endCxn id="20" idx="1"/>
          </p:cNvCxnSpPr>
          <p:nvPr/>
        </p:nvCxnSpPr>
        <p:spPr>
          <a:xfrm>
            <a:off x="6110892" y="1780857"/>
            <a:ext cx="2159239" cy="788617"/>
          </a:xfrm>
          <a:prstGeom prst="line">
            <a:avLst/>
          </a:prstGeom>
        </p:spPr>
        <p:style>
          <a:lnRef idx="2">
            <a:schemeClr val="accent1"/>
          </a:lnRef>
          <a:fillRef idx="0">
            <a:schemeClr val="accent1"/>
          </a:fillRef>
          <a:effectRef idx="1">
            <a:schemeClr val="accent1"/>
          </a:effectRef>
          <a:fontRef idx="minor">
            <a:schemeClr val="tx1"/>
          </a:fontRef>
        </p:style>
      </p:cxnSp>
      <p:cxnSp>
        <p:nvCxnSpPr>
          <p:cNvPr id="38" name="Straight Connector 37">
            <a:extLst>
              <a:ext uri="{FF2B5EF4-FFF2-40B4-BE49-F238E27FC236}">
                <a16:creationId xmlns:a16="http://schemas.microsoft.com/office/drawing/2014/main" id="{C9A61034-6DC4-A8AA-02C0-C9F8A7FE8AB0}"/>
              </a:ext>
            </a:extLst>
          </p:cNvPr>
          <p:cNvCxnSpPr>
            <a:cxnSpLocks/>
            <a:endCxn id="18" idx="7"/>
          </p:cNvCxnSpPr>
          <p:nvPr/>
        </p:nvCxnSpPr>
        <p:spPr>
          <a:xfrm flipH="1">
            <a:off x="7736502" y="3137178"/>
            <a:ext cx="720659" cy="882401"/>
          </a:xfrm>
          <a:prstGeom prst="line">
            <a:avLst/>
          </a:prstGeom>
        </p:spPr>
        <p:style>
          <a:lnRef idx="2">
            <a:schemeClr val="accent1"/>
          </a:lnRef>
          <a:fillRef idx="0">
            <a:schemeClr val="accent1"/>
          </a:fillRef>
          <a:effectRef idx="1">
            <a:schemeClr val="accent1"/>
          </a:effectRef>
          <a:fontRef idx="minor">
            <a:schemeClr val="tx1"/>
          </a:fontRef>
        </p:style>
      </p:cxnSp>
      <p:cxnSp>
        <p:nvCxnSpPr>
          <p:cNvPr id="39" name="Straight Connector 38">
            <a:extLst>
              <a:ext uri="{FF2B5EF4-FFF2-40B4-BE49-F238E27FC236}">
                <a16:creationId xmlns:a16="http://schemas.microsoft.com/office/drawing/2014/main" id="{01934FEE-F39D-9C0F-5372-109F48B7A4ED}"/>
              </a:ext>
            </a:extLst>
          </p:cNvPr>
          <p:cNvCxnSpPr>
            <a:cxnSpLocks/>
            <a:stCxn id="20" idx="5"/>
            <a:endCxn id="16" idx="1"/>
          </p:cNvCxnSpPr>
          <p:nvPr/>
        </p:nvCxnSpPr>
        <p:spPr>
          <a:xfrm>
            <a:off x="8844867" y="3046244"/>
            <a:ext cx="960802" cy="820934"/>
          </a:xfrm>
          <a:prstGeom prst="line">
            <a:avLst/>
          </a:prstGeom>
        </p:spPr>
        <p:style>
          <a:lnRef idx="2">
            <a:schemeClr val="accent1"/>
          </a:lnRef>
          <a:fillRef idx="0">
            <a:schemeClr val="accent1"/>
          </a:fillRef>
          <a:effectRef idx="1">
            <a:schemeClr val="accent1"/>
          </a:effectRef>
          <a:fontRef idx="minor">
            <a:schemeClr val="tx1"/>
          </a:fontRef>
        </p:style>
      </p:cxnSp>
      <p:cxnSp>
        <p:nvCxnSpPr>
          <p:cNvPr id="40" name="Straight Connector 39">
            <a:extLst>
              <a:ext uri="{FF2B5EF4-FFF2-40B4-BE49-F238E27FC236}">
                <a16:creationId xmlns:a16="http://schemas.microsoft.com/office/drawing/2014/main" id="{630F2DD3-8C8C-B46D-3A5F-169B9F4F4879}"/>
              </a:ext>
            </a:extLst>
          </p:cNvPr>
          <p:cNvCxnSpPr>
            <a:cxnSpLocks/>
            <a:stCxn id="16" idx="5"/>
          </p:cNvCxnSpPr>
          <p:nvPr/>
        </p:nvCxnSpPr>
        <p:spPr>
          <a:xfrm>
            <a:off x="10380405" y="4343948"/>
            <a:ext cx="774032" cy="999289"/>
          </a:xfrm>
          <a:prstGeom prst="line">
            <a:avLst/>
          </a:prstGeom>
        </p:spPr>
        <p:style>
          <a:lnRef idx="2">
            <a:schemeClr val="accent1"/>
          </a:lnRef>
          <a:fillRef idx="0">
            <a:schemeClr val="accent1"/>
          </a:fillRef>
          <a:effectRef idx="1">
            <a:schemeClr val="accent1"/>
          </a:effectRef>
          <a:fontRef idx="minor">
            <a:schemeClr val="tx1"/>
          </a:fontRef>
        </p:style>
      </p:cxnSp>
      <p:cxnSp>
        <p:nvCxnSpPr>
          <p:cNvPr id="56" name="Straight Connector 55">
            <a:extLst>
              <a:ext uri="{FF2B5EF4-FFF2-40B4-BE49-F238E27FC236}">
                <a16:creationId xmlns:a16="http://schemas.microsoft.com/office/drawing/2014/main" id="{1F396C30-1F70-6FC6-6B84-DA22BA3AF918}"/>
              </a:ext>
            </a:extLst>
          </p:cNvPr>
          <p:cNvCxnSpPr>
            <a:cxnSpLocks/>
            <a:stCxn id="18" idx="4"/>
          </p:cNvCxnSpPr>
          <p:nvPr/>
        </p:nvCxnSpPr>
        <p:spPr>
          <a:xfrm>
            <a:off x="7449134" y="4595091"/>
            <a:ext cx="622411" cy="858981"/>
          </a:xfrm>
          <a:prstGeom prst="line">
            <a:avLst/>
          </a:prstGeom>
        </p:spPr>
        <p:style>
          <a:lnRef idx="2">
            <a:schemeClr val="accent1"/>
          </a:lnRef>
          <a:fillRef idx="0">
            <a:schemeClr val="accent1"/>
          </a:fillRef>
          <a:effectRef idx="1">
            <a:schemeClr val="accent1"/>
          </a:effectRef>
          <a:fontRef idx="minor">
            <a:schemeClr val="tx1"/>
          </a:fontRef>
        </p:style>
      </p:cxnSp>
      <p:cxnSp>
        <p:nvCxnSpPr>
          <p:cNvPr id="57" name="Straight Connector 56">
            <a:extLst>
              <a:ext uri="{FF2B5EF4-FFF2-40B4-BE49-F238E27FC236}">
                <a16:creationId xmlns:a16="http://schemas.microsoft.com/office/drawing/2014/main" id="{088DCC34-BDFB-9FC7-81EC-D4E6DAE57F7B}"/>
              </a:ext>
            </a:extLst>
          </p:cNvPr>
          <p:cNvCxnSpPr>
            <a:cxnSpLocks/>
            <a:stCxn id="18" idx="3"/>
            <a:endCxn id="14" idx="0"/>
          </p:cNvCxnSpPr>
          <p:nvPr/>
        </p:nvCxnSpPr>
        <p:spPr>
          <a:xfrm flipH="1">
            <a:off x="6557817" y="4496349"/>
            <a:ext cx="603949" cy="846888"/>
          </a:xfrm>
          <a:prstGeom prst="line">
            <a:avLst/>
          </a:prstGeom>
        </p:spPr>
        <p:style>
          <a:lnRef idx="2">
            <a:schemeClr val="accent1"/>
          </a:lnRef>
          <a:fillRef idx="0">
            <a:schemeClr val="accent1"/>
          </a:fillRef>
          <a:effectRef idx="1">
            <a:schemeClr val="accent1"/>
          </a:effectRef>
          <a:fontRef idx="minor">
            <a:schemeClr val="tx1"/>
          </a:fontRef>
        </p:style>
      </p:cxnSp>
      <p:cxnSp>
        <p:nvCxnSpPr>
          <p:cNvPr id="63" name="Straight Connector 62">
            <a:extLst>
              <a:ext uri="{FF2B5EF4-FFF2-40B4-BE49-F238E27FC236}">
                <a16:creationId xmlns:a16="http://schemas.microsoft.com/office/drawing/2014/main" id="{4CB14324-DEA2-DD01-8E07-DC5946D6AEA1}"/>
              </a:ext>
            </a:extLst>
          </p:cNvPr>
          <p:cNvCxnSpPr>
            <a:cxnSpLocks/>
            <a:endCxn id="10" idx="0"/>
          </p:cNvCxnSpPr>
          <p:nvPr/>
        </p:nvCxnSpPr>
        <p:spPr>
          <a:xfrm flipH="1">
            <a:off x="9564255" y="4434882"/>
            <a:ext cx="406400" cy="839079"/>
          </a:xfrm>
          <a:prstGeom prst="line">
            <a:avLst/>
          </a:prstGeom>
        </p:spPr>
        <p:style>
          <a:lnRef idx="2">
            <a:schemeClr val="accent1"/>
          </a:lnRef>
          <a:fillRef idx="0">
            <a:schemeClr val="accent1"/>
          </a:fillRef>
          <a:effectRef idx="1">
            <a:schemeClr val="accent1"/>
          </a:effectRef>
          <a:fontRef idx="minor">
            <a:schemeClr val="tx1"/>
          </a:fontRef>
        </p:style>
      </p:cxnSp>
      <p:sp>
        <p:nvSpPr>
          <p:cNvPr id="69" name="Oval 68">
            <a:extLst>
              <a:ext uri="{FF2B5EF4-FFF2-40B4-BE49-F238E27FC236}">
                <a16:creationId xmlns:a16="http://schemas.microsoft.com/office/drawing/2014/main" id="{FA40A1CC-0B22-CF7D-2FB4-156000CE2EC1}"/>
              </a:ext>
            </a:extLst>
          </p:cNvPr>
          <p:cNvSpPr/>
          <p:nvPr/>
        </p:nvSpPr>
        <p:spPr>
          <a:xfrm>
            <a:off x="6192978" y="1106603"/>
            <a:ext cx="387927" cy="323273"/>
          </a:xfrm>
          <a:prstGeom prst="ellipse">
            <a:avLst/>
          </a:prstGeom>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r>
              <a:rPr lang="en-US" dirty="0"/>
              <a:t>6</a:t>
            </a:r>
          </a:p>
        </p:txBody>
      </p:sp>
      <p:sp>
        <p:nvSpPr>
          <p:cNvPr id="71" name="Oval 70">
            <a:extLst>
              <a:ext uri="{FF2B5EF4-FFF2-40B4-BE49-F238E27FC236}">
                <a16:creationId xmlns:a16="http://schemas.microsoft.com/office/drawing/2014/main" id="{7FE98C06-A488-9182-E469-953B01B0AD16}"/>
              </a:ext>
            </a:extLst>
          </p:cNvPr>
          <p:cNvSpPr/>
          <p:nvPr/>
        </p:nvSpPr>
        <p:spPr>
          <a:xfrm>
            <a:off x="3061856" y="2073564"/>
            <a:ext cx="387927" cy="323273"/>
          </a:xfrm>
          <a:prstGeom prst="ellipse">
            <a:avLst/>
          </a:prstGeom>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r>
              <a:rPr lang="en-US" dirty="0"/>
              <a:t>3</a:t>
            </a:r>
          </a:p>
        </p:txBody>
      </p:sp>
      <p:sp>
        <p:nvSpPr>
          <p:cNvPr id="73" name="Oval 72">
            <a:extLst>
              <a:ext uri="{FF2B5EF4-FFF2-40B4-BE49-F238E27FC236}">
                <a16:creationId xmlns:a16="http://schemas.microsoft.com/office/drawing/2014/main" id="{19F823F8-63BD-090B-75EF-42D01828A7F5}"/>
              </a:ext>
            </a:extLst>
          </p:cNvPr>
          <p:cNvSpPr/>
          <p:nvPr/>
        </p:nvSpPr>
        <p:spPr>
          <a:xfrm>
            <a:off x="4717990" y="5208082"/>
            <a:ext cx="387927" cy="323273"/>
          </a:xfrm>
          <a:prstGeom prst="ellipse">
            <a:avLst/>
          </a:prstGeom>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r>
              <a:rPr lang="en-US" dirty="0"/>
              <a:t>5</a:t>
            </a:r>
          </a:p>
        </p:txBody>
      </p:sp>
      <p:sp>
        <p:nvSpPr>
          <p:cNvPr id="75" name="Oval 74">
            <a:extLst>
              <a:ext uri="{FF2B5EF4-FFF2-40B4-BE49-F238E27FC236}">
                <a16:creationId xmlns:a16="http://schemas.microsoft.com/office/drawing/2014/main" id="{B5975D66-16E4-85B4-A318-CE953E0B5B6F}"/>
              </a:ext>
            </a:extLst>
          </p:cNvPr>
          <p:cNvSpPr/>
          <p:nvPr/>
        </p:nvSpPr>
        <p:spPr>
          <a:xfrm>
            <a:off x="4604217" y="3857942"/>
            <a:ext cx="387927" cy="323273"/>
          </a:xfrm>
          <a:prstGeom prst="ellipse">
            <a:avLst/>
          </a:prstGeom>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r>
              <a:rPr lang="en-US" dirty="0"/>
              <a:t>4</a:t>
            </a:r>
          </a:p>
        </p:txBody>
      </p:sp>
      <p:sp>
        <p:nvSpPr>
          <p:cNvPr id="77" name="Oval 76">
            <a:extLst>
              <a:ext uri="{FF2B5EF4-FFF2-40B4-BE49-F238E27FC236}">
                <a16:creationId xmlns:a16="http://schemas.microsoft.com/office/drawing/2014/main" id="{07E0AEEB-B5F1-1830-2FCF-67FFF9A8F559}"/>
              </a:ext>
            </a:extLst>
          </p:cNvPr>
          <p:cNvSpPr/>
          <p:nvPr/>
        </p:nvSpPr>
        <p:spPr>
          <a:xfrm>
            <a:off x="2549236" y="5446597"/>
            <a:ext cx="387927" cy="323273"/>
          </a:xfrm>
          <a:prstGeom prst="ellipse">
            <a:avLst/>
          </a:prstGeom>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r>
              <a:rPr lang="en-US" dirty="0"/>
              <a:t>2</a:t>
            </a:r>
          </a:p>
        </p:txBody>
      </p:sp>
      <p:sp>
        <p:nvSpPr>
          <p:cNvPr id="79" name="Oval 78">
            <a:extLst>
              <a:ext uri="{FF2B5EF4-FFF2-40B4-BE49-F238E27FC236}">
                <a16:creationId xmlns:a16="http://schemas.microsoft.com/office/drawing/2014/main" id="{ACF9A39E-F0A9-D991-0039-795B68E343C7}"/>
              </a:ext>
            </a:extLst>
          </p:cNvPr>
          <p:cNvSpPr/>
          <p:nvPr/>
        </p:nvSpPr>
        <p:spPr>
          <a:xfrm>
            <a:off x="2756015" y="3951733"/>
            <a:ext cx="387927" cy="323273"/>
          </a:xfrm>
          <a:prstGeom prst="ellipse">
            <a:avLst/>
          </a:prstGeom>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r>
              <a:rPr lang="en-US" dirty="0"/>
              <a:t>1</a:t>
            </a:r>
          </a:p>
        </p:txBody>
      </p:sp>
      <p:sp>
        <p:nvSpPr>
          <p:cNvPr id="81" name="Oval 80">
            <a:extLst>
              <a:ext uri="{FF2B5EF4-FFF2-40B4-BE49-F238E27FC236}">
                <a16:creationId xmlns:a16="http://schemas.microsoft.com/office/drawing/2014/main" id="{0113A680-57E5-7C92-A65D-D211EAB1A3B8}"/>
              </a:ext>
            </a:extLst>
          </p:cNvPr>
          <p:cNvSpPr/>
          <p:nvPr/>
        </p:nvSpPr>
        <p:spPr>
          <a:xfrm>
            <a:off x="9839554" y="5081629"/>
            <a:ext cx="548415" cy="364968"/>
          </a:xfrm>
          <a:prstGeom prst="ellipse">
            <a:avLst/>
          </a:prstGeom>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r>
              <a:rPr lang="en-US" sz="1500" dirty="0"/>
              <a:t>11</a:t>
            </a:r>
          </a:p>
        </p:txBody>
      </p:sp>
      <p:sp>
        <p:nvSpPr>
          <p:cNvPr id="83" name="Oval 82">
            <a:extLst>
              <a:ext uri="{FF2B5EF4-FFF2-40B4-BE49-F238E27FC236}">
                <a16:creationId xmlns:a16="http://schemas.microsoft.com/office/drawing/2014/main" id="{A01A0F71-A71B-DFBF-68C5-A06F61A6C1A4}"/>
              </a:ext>
            </a:extLst>
          </p:cNvPr>
          <p:cNvSpPr/>
          <p:nvPr/>
        </p:nvSpPr>
        <p:spPr>
          <a:xfrm>
            <a:off x="11154437" y="4830618"/>
            <a:ext cx="621927" cy="443343"/>
          </a:xfrm>
          <a:prstGeom prst="ellipse">
            <a:avLst/>
          </a:prstGeom>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r>
              <a:rPr lang="en-US" dirty="0"/>
              <a:t>13</a:t>
            </a:r>
          </a:p>
        </p:txBody>
      </p:sp>
      <p:sp>
        <p:nvSpPr>
          <p:cNvPr id="85" name="Oval 84">
            <a:extLst>
              <a:ext uri="{FF2B5EF4-FFF2-40B4-BE49-F238E27FC236}">
                <a16:creationId xmlns:a16="http://schemas.microsoft.com/office/drawing/2014/main" id="{92591E78-F149-58F3-CA4F-BFFB94F4BBDA}"/>
              </a:ext>
            </a:extLst>
          </p:cNvPr>
          <p:cNvSpPr/>
          <p:nvPr/>
        </p:nvSpPr>
        <p:spPr>
          <a:xfrm>
            <a:off x="10280069" y="3504868"/>
            <a:ext cx="683495" cy="415969"/>
          </a:xfrm>
          <a:prstGeom prst="ellipse">
            <a:avLst/>
          </a:prstGeom>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r>
              <a:rPr lang="en-US" dirty="0"/>
              <a:t>12</a:t>
            </a:r>
          </a:p>
        </p:txBody>
      </p:sp>
      <p:sp>
        <p:nvSpPr>
          <p:cNvPr id="87" name="Oval 86">
            <a:extLst>
              <a:ext uri="{FF2B5EF4-FFF2-40B4-BE49-F238E27FC236}">
                <a16:creationId xmlns:a16="http://schemas.microsoft.com/office/drawing/2014/main" id="{1A84D800-A7EC-4AC5-754C-2EA71AB7D3D1}"/>
              </a:ext>
            </a:extLst>
          </p:cNvPr>
          <p:cNvSpPr/>
          <p:nvPr/>
        </p:nvSpPr>
        <p:spPr>
          <a:xfrm>
            <a:off x="8802893" y="2233977"/>
            <a:ext cx="387927" cy="323273"/>
          </a:xfrm>
          <a:prstGeom prst="ellipse">
            <a:avLst/>
          </a:prstGeom>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r>
              <a:rPr lang="en-US" sz="500" dirty="0"/>
              <a:t>10</a:t>
            </a:r>
          </a:p>
        </p:txBody>
      </p:sp>
      <p:sp>
        <p:nvSpPr>
          <p:cNvPr id="89" name="Oval 88">
            <a:extLst>
              <a:ext uri="{FF2B5EF4-FFF2-40B4-BE49-F238E27FC236}">
                <a16:creationId xmlns:a16="http://schemas.microsoft.com/office/drawing/2014/main" id="{23DFF6EF-4A64-4FA4-2C8A-CD06D23438BE}"/>
              </a:ext>
            </a:extLst>
          </p:cNvPr>
          <p:cNvSpPr/>
          <p:nvPr/>
        </p:nvSpPr>
        <p:spPr>
          <a:xfrm>
            <a:off x="6722800" y="5075380"/>
            <a:ext cx="387927" cy="323273"/>
          </a:xfrm>
          <a:prstGeom prst="ellipse">
            <a:avLst/>
          </a:prstGeom>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r>
              <a:rPr lang="en-US" dirty="0"/>
              <a:t>7</a:t>
            </a:r>
          </a:p>
        </p:txBody>
      </p:sp>
      <p:sp>
        <p:nvSpPr>
          <p:cNvPr id="91" name="Oval 90">
            <a:extLst>
              <a:ext uri="{FF2B5EF4-FFF2-40B4-BE49-F238E27FC236}">
                <a16:creationId xmlns:a16="http://schemas.microsoft.com/office/drawing/2014/main" id="{8389AD2F-80B7-76F1-B172-A2BB6D7C7F83}"/>
              </a:ext>
            </a:extLst>
          </p:cNvPr>
          <p:cNvSpPr/>
          <p:nvPr/>
        </p:nvSpPr>
        <p:spPr>
          <a:xfrm>
            <a:off x="8352614" y="5081629"/>
            <a:ext cx="387927" cy="323273"/>
          </a:xfrm>
          <a:prstGeom prst="ellipse">
            <a:avLst/>
          </a:prstGeom>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r>
              <a:rPr lang="en-US" dirty="0"/>
              <a:t>9</a:t>
            </a:r>
          </a:p>
        </p:txBody>
      </p:sp>
      <p:sp>
        <p:nvSpPr>
          <p:cNvPr id="93" name="Oval 92">
            <a:extLst>
              <a:ext uri="{FF2B5EF4-FFF2-40B4-BE49-F238E27FC236}">
                <a16:creationId xmlns:a16="http://schemas.microsoft.com/office/drawing/2014/main" id="{31F1819E-B25E-281F-3788-BA1E6D79E163}"/>
              </a:ext>
            </a:extLst>
          </p:cNvPr>
          <p:cNvSpPr/>
          <p:nvPr/>
        </p:nvSpPr>
        <p:spPr>
          <a:xfrm>
            <a:off x="7877357" y="4040909"/>
            <a:ext cx="387927" cy="323273"/>
          </a:xfrm>
          <a:prstGeom prst="ellipse">
            <a:avLst/>
          </a:prstGeom>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r>
              <a:rPr lang="en-US" dirty="0"/>
              <a:t>8</a:t>
            </a:r>
          </a:p>
        </p:txBody>
      </p:sp>
      <p:sp>
        <p:nvSpPr>
          <p:cNvPr id="94" name="TextBox 93">
            <a:extLst>
              <a:ext uri="{FF2B5EF4-FFF2-40B4-BE49-F238E27FC236}">
                <a16:creationId xmlns:a16="http://schemas.microsoft.com/office/drawing/2014/main" id="{971F255C-9944-9E6E-B261-C9BEB21677C2}"/>
              </a:ext>
            </a:extLst>
          </p:cNvPr>
          <p:cNvSpPr txBox="1"/>
          <p:nvPr/>
        </p:nvSpPr>
        <p:spPr>
          <a:xfrm>
            <a:off x="475673" y="1219200"/>
            <a:ext cx="2725770" cy="369332"/>
          </a:xfrm>
          <a:prstGeom prst="rect">
            <a:avLst/>
          </a:prstGeom>
          <a:noFill/>
        </p:spPr>
        <p:txBody>
          <a:bodyPr wrap="square" rtlCol="0">
            <a:spAutoFit/>
          </a:bodyPr>
          <a:lstStyle/>
          <a:p>
            <a:r>
              <a:rPr lang="en-US" b="1" dirty="0">
                <a:solidFill>
                  <a:schemeClr val="accent2">
                    <a:lumMod val="60000"/>
                    <a:lumOff val="40000"/>
                  </a:schemeClr>
                </a:solidFill>
              </a:rPr>
              <a:t>NUMBER=VISIT ORDER</a:t>
            </a:r>
          </a:p>
        </p:txBody>
      </p:sp>
      <p:sp>
        <p:nvSpPr>
          <p:cNvPr id="96" name="TextBox 95">
            <a:extLst>
              <a:ext uri="{FF2B5EF4-FFF2-40B4-BE49-F238E27FC236}">
                <a16:creationId xmlns:a16="http://schemas.microsoft.com/office/drawing/2014/main" id="{8DCE534E-6874-4AC0-F435-9EFAF703897D}"/>
              </a:ext>
            </a:extLst>
          </p:cNvPr>
          <p:cNvSpPr txBox="1"/>
          <p:nvPr/>
        </p:nvSpPr>
        <p:spPr>
          <a:xfrm>
            <a:off x="9157855" y="1062916"/>
            <a:ext cx="2692400" cy="369332"/>
          </a:xfrm>
          <a:prstGeom prst="rect">
            <a:avLst/>
          </a:prstGeom>
          <a:noFill/>
        </p:spPr>
        <p:txBody>
          <a:bodyPr wrap="square" rtlCol="0">
            <a:spAutoFit/>
          </a:bodyPr>
          <a:lstStyle/>
          <a:p>
            <a:r>
              <a:rPr lang="en-US" b="1" dirty="0">
                <a:solidFill>
                  <a:schemeClr val="accent2">
                    <a:lumMod val="75000"/>
                  </a:schemeClr>
                </a:solidFill>
              </a:rPr>
              <a:t>LEFT - &gt; ROOT - &gt; RIGHT</a:t>
            </a:r>
          </a:p>
        </p:txBody>
      </p:sp>
      <p:sp>
        <p:nvSpPr>
          <p:cNvPr id="97" name="TextBox 96">
            <a:extLst>
              <a:ext uri="{FF2B5EF4-FFF2-40B4-BE49-F238E27FC236}">
                <a16:creationId xmlns:a16="http://schemas.microsoft.com/office/drawing/2014/main" id="{6BB5A09B-D523-AA39-7386-C1E643DC28EA}"/>
              </a:ext>
            </a:extLst>
          </p:cNvPr>
          <p:cNvSpPr txBox="1"/>
          <p:nvPr/>
        </p:nvSpPr>
        <p:spPr>
          <a:xfrm>
            <a:off x="2879432" y="6091383"/>
            <a:ext cx="6627091" cy="646331"/>
          </a:xfrm>
          <a:prstGeom prst="rect">
            <a:avLst/>
          </a:prstGeom>
          <a:noFill/>
        </p:spPr>
        <p:txBody>
          <a:bodyPr wrap="square" rtlCol="0">
            <a:spAutoFit/>
          </a:bodyPr>
          <a:lstStyle/>
          <a:p>
            <a:pPr algn="ctr"/>
            <a:r>
              <a:rPr lang="en-US" dirty="0">
                <a:solidFill>
                  <a:schemeClr val="accent2">
                    <a:lumMod val="75000"/>
                  </a:schemeClr>
                </a:solidFill>
              </a:rPr>
              <a:t>Exact Inorder Result</a:t>
            </a:r>
          </a:p>
          <a:p>
            <a:r>
              <a:rPr lang="en-US" dirty="0"/>
              <a:t>18 → 27 → 31 → 43 → 47 → 52 → 59 → 63 → 68 → 74 → 79 → 86 → 92</a:t>
            </a:r>
          </a:p>
        </p:txBody>
      </p:sp>
    </p:spTree>
    <p:extLst>
      <p:ext uri="{BB962C8B-B14F-4D97-AF65-F5344CB8AC3E}">
        <p14:creationId xmlns:p14="http://schemas.microsoft.com/office/powerpoint/2010/main" val="405521437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327AFB06-695B-C139-DDC1-D6AD25B2EF07}"/>
              </a:ext>
            </a:extLst>
          </p:cNvPr>
          <p:cNvSpPr>
            <a:spLocks noGrp="1"/>
          </p:cNvSpPr>
          <p:nvPr>
            <p:ph idx="1"/>
          </p:nvPr>
        </p:nvSpPr>
        <p:spPr>
          <a:xfrm>
            <a:off x="277091" y="369454"/>
            <a:ext cx="11647054" cy="6179127"/>
          </a:xfrm>
        </p:spPr>
        <p:txBody>
          <a:bodyPr>
            <a:normAutofit/>
          </a:bodyPr>
          <a:lstStyle/>
          <a:p>
            <a:r>
              <a:rPr lang="en-US" sz="3800" dirty="0"/>
              <a:t>Inorder traversal visits the left subtree first, then the root, and finally the right subtree. Starting from root 52, I first visit all nodes in its left subtree using the same Left-Root-Right rule. After completing the left side, I visit 52 and then continue through the right subtree. The final traversal is 18, 27, 31, 43, 47, 52, 59, 63, 68, 74, 79, 86, 92. Because this is a Binary Search Tree, smaller values are stored on the left and larger values on the right, so inorder traversal produces the values in ascending sorted order.</a:t>
            </a:r>
          </a:p>
        </p:txBody>
      </p:sp>
    </p:spTree>
    <p:extLst>
      <p:ext uri="{BB962C8B-B14F-4D97-AF65-F5344CB8AC3E}">
        <p14:creationId xmlns:p14="http://schemas.microsoft.com/office/powerpoint/2010/main" val="400397969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C952FB-29A4-7F4C-BB89-550988AE6B8D}"/>
              </a:ext>
            </a:extLst>
          </p:cNvPr>
          <p:cNvSpPr>
            <a:spLocks noGrp="1"/>
          </p:cNvSpPr>
          <p:nvPr>
            <p:ph type="title"/>
          </p:nvPr>
        </p:nvSpPr>
        <p:spPr>
          <a:xfrm>
            <a:off x="0" y="0"/>
            <a:ext cx="12192000" cy="484620"/>
          </a:xfrm>
        </p:spPr>
        <p:txBody>
          <a:bodyPr>
            <a:normAutofit fontScale="90000"/>
          </a:bodyPr>
          <a:lstStyle/>
          <a:p>
            <a:pPr algn="ctr"/>
            <a:r>
              <a:rPr lang="en-US" b="1" dirty="0"/>
              <a:t>Preorder Traversal</a:t>
            </a:r>
          </a:p>
        </p:txBody>
      </p:sp>
      <p:sp>
        <p:nvSpPr>
          <p:cNvPr id="3" name="Content Placeholder 2">
            <a:extLst>
              <a:ext uri="{FF2B5EF4-FFF2-40B4-BE49-F238E27FC236}">
                <a16:creationId xmlns:a16="http://schemas.microsoft.com/office/drawing/2014/main" id="{3A708534-2382-DE6E-82BD-9CE992EDA7E4}"/>
              </a:ext>
            </a:extLst>
          </p:cNvPr>
          <p:cNvSpPr>
            <a:spLocks noGrp="1"/>
          </p:cNvSpPr>
          <p:nvPr>
            <p:ph idx="1"/>
          </p:nvPr>
        </p:nvSpPr>
        <p:spPr>
          <a:xfrm>
            <a:off x="249382" y="701964"/>
            <a:ext cx="11748654" cy="5920509"/>
          </a:xfrm>
        </p:spPr>
        <p:txBody>
          <a:bodyPr/>
          <a:lstStyle/>
          <a:p>
            <a:endParaRPr lang="en-US" dirty="0"/>
          </a:p>
        </p:txBody>
      </p:sp>
      <p:sp>
        <p:nvSpPr>
          <p:cNvPr id="4" name="Oval 3">
            <a:extLst>
              <a:ext uri="{FF2B5EF4-FFF2-40B4-BE49-F238E27FC236}">
                <a16:creationId xmlns:a16="http://schemas.microsoft.com/office/drawing/2014/main" id="{9A0ADCD0-3B17-FC97-6661-0BC2E0BE2ED7}"/>
              </a:ext>
            </a:extLst>
          </p:cNvPr>
          <p:cNvSpPr/>
          <p:nvPr/>
        </p:nvSpPr>
        <p:spPr>
          <a:xfrm>
            <a:off x="10215418" y="4890653"/>
            <a:ext cx="660401" cy="443345"/>
          </a:xfrm>
          <a:prstGeom prst="ellipse">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dirty="0"/>
              <a:t>92</a:t>
            </a:r>
          </a:p>
        </p:txBody>
      </p:sp>
      <p:sp>
        <p:nvSpPr>
          <p:cNvPr id="6" name="Oval 5">
            <a:extLst>
              <a:ext uri="{FF2B5EF4-FFF2-40B4-BE49-F238E27FC236}">
                <a16:creationId xmlns:a16="http://schemas.microsoft.com/office/drawing/2014/main" id="{C8DFAD54-ECE3-553E-F5AD-E6378F1CBF15}"/>
              </a:ext>
            </a:extLst>
          </p:cNvPr>
          <p:cNvSpPr/>
          <p:nvPr/>
        </p:nvSpPr>
        <p:spPr>
          <a:xfrm>
            <a:off x="8229599" y="4890654"/>
            <a:ext cx="660401" cy="443345"/>
          </a:xfrm>
          <a:prstGeom prst="ellipse">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dirty="0"/>
              <a:t>79</a:t>
            </a:r>
          </a:p>
        </p:txBody>
      </p:sp>
      <p:sp>
        <p:nvSpPr>
          <p:cNvPr id="8" name="Oval 7">
            <a:extLst>
              <a:ext uri="{FF2B5EF4-FFF2-40B4-BE49-F238E27FC236}">
                <a16:creationId xmlns:a16="http://schemas.microsoft.com/office/drawing/2014/main" id="{331668F4-3792-11EC-C373-356CA88E0B59}"/>
              </a:ext>
            </a:extLst>
          </p:cNvPr>
          <p:cNvSpPr/>
          <p:nvPr/>
        </p:nvSpPr>
        <p:spPr>
          <a:xfrm>
            <a:off x="6825673" y="4890654"/>
            <a:ext cx="660401" cy="443345"/>
          </a:xfrm>
          <a:prstGeom prst="ellipse">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dirty="0"/>
              <a:t>68</a:t>
            </a:r>
          </a:p>
        </p:txBody>
      </p:sp>
      <p:sp>
        <p:nvSpPr>
          <p:cNvPr id="10" name="Oval 9">
            <a:extLst>
              <a:ext uri="{FF2B5EF4-FFF2-40B4-BE49-F238E27FC236}">
                <a16:creationId xmlns:a16="http://schemas.microsoft.com/office/drawing/2014/main" id="{202752A4-16A8-EB71-3B6C-59371D1A6DB9}"/>
              </a:ext>
            </a:extLst>
          </p:cNvPr>
          <p:cNvSpPr/>
          <p:nvPr/>
        </p:nvSpPr>
        <p:spPr>
          <a:xfrm>
            <a:off x="5541818" y="4890654"/>
            <a:ext cx="660401" cy="443345"/>
          </a:xfrm>
          <a:prstGeom prst="ellipse">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dirty="0"/>
              <a:t>59</a:t>
            </a:r>
          </a:p>
        </p:txBody>
      </p:sp>
      <p:sp>
        <p:nvSpPr>
          <p:cNvPr id="12" name="Oval 11">
            <a:extLst>
              <a:ext uri="{FF2B5EF4-FFF2-40B4-BE49-F238E27FC236}">
                <a16:creationId xmlns:a16="http://schemas.microsoft.com/office/drawing/2014/main" id="{B03C3894-1EAD-CEA2-03FE-459CB5C58218}"/>
              </a:ext>
            </a:extLst>
          </p:cNvPr>
          <p:cNvSpPr/>
          <p:nvPr/>
        </p:nvSpPr>
        <p:spPr>
          <a:xfrm>
            <a:off x="8940799" y="3475177"/>
            <a:ext cx="677757" cy="443345"/>
          </a:xfrm>
          <a:prstGeom prst="ellipse">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dirty="0"/>
              <a:t>86</a:t>
            </a:r>
          </a:p>
        </p:txBody>
      </p:sp>
      <p:sp>
        <p:nvSpPr>
          <p:cNvPr id="14" name="Oval 13">
            <a:extLst>
              <a:ext uri="{FF2B5EF4-FFF2-40B4-BE49-F238E27FC236}">
                <a16:creationId xmlns:a16="http://schemas.microsoft.com/office/drawing/2014/main" id="{3F97E316-53D8-5789-1E4B-15C1CF09EB99}"/>
              </a:ext>
            </a:extLst>
          </p:cNvPr>
          <p:cNvSpPr/>
          <p:nvPr/>
        </p:nvSpPr>
        <p:spPr>
          <a:xfrm>
            <a:off x="6105199" y="3540103"/>
            <a:ext cx="677757" cy="443345"/>
          </a:xfrm>
          <a:prstGeom prst="ellipse">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dirty="0"/>
              <a:t>63</a:t>
            </a:r>
          </a:p>
        </p:txBody>
      </p:sp>
      <p:sp>
        <p:nvSpPr>
          <p:cNvPr id="16" name="Oval 15">
            <a:extLst>
              <a:ext uri="{FF2B5EF4-FFF2-40B4-BE49-F238E27FC236}">
                <a16:creationId xmlns:a16="http://schemas.microsoft.com/office/drawing/2014/main" id="{36B95766-4CF5-8E40-27DF-E063954C3D71}"/>
              </a:ext>
            </a:extLst>
          </p:cNvPr>
          <p:cNvSpPr/>
          <p:nvPr/>
        </p:nvSpPr>
        <p:spPr>
          <a:xfrm>
            <a:off x="7056580" y="2424546"/>
            <a:ext cx="692507" cy="443345"/>
          </a:xfrm>
          <a:prstGeom prst="ellipse">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dirty="0"/>
              <a:t>74</a:t>
            </a:r>
          </a:p>
        </p:txBody>
      </p:sp>
      <p:sp>
        <p:nvSpPr>
          <p:cNvPr id="18" name="Oval 17">
            <a:extLst>
              <a:ext uri="{FF2B5EF4-FFF2-40B4-BE49-F238E27FC236}">
                <a16:creationId xmlns:a16="http://schemas.microsoft.com/office/drawing/2014/main" id="{17438D8E-D347-2B2D-8C98-5590A0906A4B}"/>
              </a:ext>
            </a:extLst>
          </p:cNvPr>
          <p:cNvSpPr/>
          <p:nvPr/>
        </p:nvSpPr>
        <p:spPr>
          <a:xfrm>
            <a:off x="5116945" y="1025237"/>
            <a:ext cx="660401" cy="443345"/>
          </a:xfrm>
          <a:prstGeom prst="ellipse">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dirty="0"/>
              <a:t>52</a:t>
            </a:r>
          </a:p>
        </p:txBody>
      </p:sp>
      <p:sp>
        <p:nvSpPr>
          <p:cNvPr id="20" name="Oval 19">
            <a:extLst>
              <a:ext uri="{FF2B5EF4-FFF2-40B4-BE49-F238E27FC236}">
                <a16:creationId xmlns:a16="http://schemas.microsoft.com/office/drawing/2014/main" id="{64D428AC-CE8B-7A38-8DAE-0CC8E9EB4FE2}"/>
              </a:ext>
            </a:extLst>
          </p:cNvPr>
          <p:cNvSpPr/>
          <p:nvPr/>
        </p:nvSpPr>
        <p:spPr>
          <a:xfrm>
            <a:off x="4052456" y="3846946"/>
            <a:ext cx="667328" cy="443345"/>
          </a:xfrm>
          <a:prstGeom prst="ellipse">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dirty="0"/>
              <a:t>43</a:t>
            </a:r>
          </a:p>
        </p:txBody>
      </p:sp>
      <p:sp>
        <p:nvSpPr>
          <p:cNvPr id="22" name="Oval 21">
            <a:extLst>
              <a:ext uri="{FF2B5EF4-FFF2-40B4-BE49-F238E27FC236}">
                <a16:creationId xmlns:a16="http://schemas.microsoft.com/office/drawing/2014/main" id="{BABEFB22-ACA4-0396-3E26-044701F5CC51}"/>
              </a:ext>
            </a:extLst>
          </p:cNvPr>
          <p:cNvSpPr/>
          <p:nvPr/>
        </p:nvSpPr>
        <p:spPr>
          <a:xfrm>
            <a:off x="1851892" y="3696849"/>
            <a:ext cx="690383" cy="443345"/>
          </a:xfrm>
          <a:prstGeom prst="ellipse">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dirty="0"/>
              <a:t>18</a:t>
            </a:r>
          </a:p>
        </p:txBody>
      </p:sp>
      <p:sp>
        <p:nvSpPr>
          <p:cNvPr id="24" name="Oval 23">
            <a:extLst>
              <a:ext uri="{FF2B5EF4-FFF2-40B4-BE49-F238E27FC236}">
                <a16:creationId xmlns:a16="http://schemas.microsoft.com/office/drawing/2014/main" id="{CFDB74F8-26B6-39A7-2511-8ABDC2F7B1BB}"/>
              </a:ext>
            </a:extLst>
          </p:cNvPr>
          <p:cNvSpPr/>
          <p:nvPr/>
        </p:nvSpPr>
        <p:spPr>
          <a:xfrm>
            <a:off x="3149600" y="2646219"/>
            <a:ext cx="692507" cy="443345"/>
          </a:xfrm>
          <a:prstGeom prst="ellipse">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dirty="0"/>
              <a:t>31</a:t>
            </a:r>
          </a:p>
        </p:txBody>
      </p:sp>
      <p:sp>
        <p:nvSpPr>
          <p:cNvPr id="26" name="Oval 25">
            <a:extLst>
              <a:ext uri="{FF2B5EF4-FFF2-40B4-BE49-F238E27FC236}">
                <a16:creationId xmlns:a16="http://schemas.microsoft.com/office/drawing/2014/main" id="{7FFB797B-4B33-0DAC-F421-3CE65D68501B}"/>
              </a:ext>
            </a:extLst>
          </p:cNvPr>
          <p:cNvSpPr/>
          <p:nvPr/>
        </p:nvSpPr>
        <p:spPr>
          <a:xfrm>
            <a:off x="4209473" y="4937988"/>
            <a:ext cx="667328" cy="443345"/>
          </a:xfrm>
          <a:prstGeom prst="ellipse">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dirty="0"/>
              <a:t>47</a:t>
            </a:r>
          </a:p>
        </p:txBody>
      </p:sp>
      <p:sp>
        <p:nvSpPr>
          <p:cNvPr id="28" name="Oval 27">
            <a:extLst>
              <a:ext uri="{FF2B5EF4-FFF2-40B4-BE49-F238E27FC236}">
                <a16:creationId xmlns:a16="http://schemas.microsoft.com/office/drawing/2014/main" id="{F2AB3EBD-E5D8-8B8C-F0BA-387B340616C7}"/>
              </a:ext>
            </a:extLst>
          </p:cNvPr>
          <p:cNvSpPr/>
          <p:nvPr/>
        </p:nvSpPr>
        <p:spPr>
          <a:xfrm>
            <a:off x="1872673" y="4937988"/>
            <a:ext cx="669602" cy="443345"/>
          </a:xfrm>
          <a:prstGeom prst="ellipse">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dirty="0"/>
              <a:t>27</a:t>
            </a:r>
          </a:p>
        </p:txBody>
      </p:sp>
      <p:cxnSp>
        <p:nvCxnSpPr>
          <p:cNvPr id="30" name="Straight Connector 29">
            <a:extLst>
              <a:ext uri="{FF2B5EF4-FFF2-40B4-BE49-F238E27FC236}">
                <a16:creationId xmlns:a16="http://schemas.microsoft.com/office/drawing/2014/main" id="{530B70FD-2DC3-5B30-F7E1-03473F5693F8}"/>
              </a:ext>
            </a:extLst>
          </p:cNvPr>
          <p:cNvCxnSpPr>
            <a:cxnSpLocks/>
            <a:stCxn id="16" idx="4"/>
            <a:endCxn id="14" idx="7"/>
          </p:cNvCxnSpPr>
          <p:nvPr/>
        </p:nvCxnSpPr>
        <p:spPr>
          <a:xfrm flipH="1">
            <a:off x="6683701" y="2867891"/>
            <a:ext cx="719133" cy="737138"/>
          </a:xfrm>
          <a:prstGeom prst="line">
            <a:avLst/>
          </a:prstGeom>
        </p:spPr>
        <p:style>
          <a:lnRef idx="2">
            <a:schemeClr val="accent1"/>
          </a:lnRef>
          <a:fillRef idx="0">
            <a:schemeClr val="accent1"/>
          </a:fillRef>
          <a:effectRef idx="1">
            <a:schemeClr val="accent1"/>
          </a:effectRef>
          <a:fontRef idx="minor">
            <a:schemeClr val="tx1"/>
          </a:fontRef>
        </p:style>
      </p:cxnSp>
      <p:cxnSp>
        <p:nvCxnSpPr>
          <p:cNvPr id="31" name="Straight Connector 30">
            <a:extLst>
              <a:ext uri="{FF2B5EF4-FFF2-40B4-BE49-F238E27FC236}">
                <a16:creationId xmlns:a16="http://schemas.microsoft.com/office/drawing/2014/main" id="{FB1D2153-E34F-0660-2B5D-48A8B40BA987}"/>
              </a:ext>
            </a:extLst>
          </p:cNvPr>
          <p:cNvCxnSpPr>
            <a:cxnSpLocks/>
            <a:stCxn id="16" idx="5"/>
            <a:endCxn id="12" idx="1"/>
          </p:cNvCxnSpPr>
          <p:nvPr/>
        </p:nvCxnSpPr>
        <p:spPr>
          <a:xfrm>
            <a:off x="7647672" y="2802965"/>
            <a:ext cx="1392382" cy="737138"/>
          </a:xfrm>
          <a:prstGeom prst="line">
            <a:avLst/>
          </a:prstGeom>
        </p:spPr>
        <p:style>
          <a:lnRef idx="2">
            <a:schemeClr val="accent1"/>
          </a:lnRef>
          <a:fillRef idx="0">
            <a:schemeClr val="accent1"/>
          </a:fillRef>
          <a:effectRef idx="1">
            <a:schemeClr val="accent1"/>
          </a:effectRef>
          <a:fontRef idx="minor">
            <a:schemeClr val="tx1"/>
          </a:fontRef>
        </p:style>
      </p:cxnSp>
      <p:cxnSp>
        <p:nvCxnSpPr>
          <p:cNvPr id="32" name="Straight Connector 31">
            <a:extLst>
              <a:ext uri="{FF2B5EF4-FFF2-40B4-BE49-F238E27FC236}">
                <a16:creationId xmlns:a16="http://schemas.microsoft.com/office/drawing/2014/main" id="{8F7A20B6-2956-9692-DB25-14243D138082}"/>
              </a:ext>
            </a:extLst>
          </p:cNvPr>
          <p:cNvCxnSpPr>
            <a:cxnSpLocks/>
            <a:stCxn id="18" idx="5"/>
            <a:endCxn id="16" idx="2"/>
          </p:cNvCxnSpPr>
          <p:nvPr/>
        </p:nvCxnSpPr>
        <p:spPr>
          <a:xfrm>
            <a:off x="5680633" y="1403656"/>
            <a:ext cx="1375947" cy="1242563"/>
          </a:xfrm>
          <a:prstGeom prst="line">
            <a:avLst/>
          </a:prstGeom>
        </p:spPr>
        <p:style>
          <a:lnRef idx="2">
            <a:schemeClr val="accent1"/>
          </a:lnRef>
          <a:fillRef idx="0">
            <a:schemeClr val="accent1"/>
          </a:fillRef>
          <a:effectRef idx="1">
            <a:schemeClr val="accent1"/>
          </a:effectRef>
          <a:fontRef idx="minor">
            <a:schemeClr val="tx1"/>
          </a:fontRef>
        </p:style>
      </p:cxnSp>
      <p:cxnSp>
        <p:nvCxnSpPr>
          <p:cNvPr id="33" name="Straight Connector 32">
            <a:extLst>
              <a:ext uri="{FF2B5EF4-FFF2-40B4-BE49-F238E27FC236}">
                <a16:creationId xmlns:a16="http://schemas.microsoft.com/office/drawing/2014/main" id="{45A98890-C2A8-E626-1FDB-83379AC14F90}"/>
              </a:ext>
            </a:extLst>
          </p:cNvPr>
          <p:cNvCxnSpPr>
            <a:cxnSpLocks/>
            <a:stCxn id="18" idx="3"/>
            <a:endCxn id="24" idx="7"/>
          </p:cNvCxnSpPr>
          <p:nvPr/>
        </p:nvCxnSpPr>
        <p:spPr>
          <a:xfrm flipH="1">
            <a:off x="3740692" y="1403656"/>
            <a:ext cx="1472966" cy="1307489"/>
          </a:xfrm>
          <a:prstGeom prst="line">
            <a:avLst/>
          </a:prstGeom>
        </p:spPr>
        <p:style>
          <a:lnRef idx="2">
            <a:schemeClr val="accent1"/>
          </a:lnRef>
          <a:fillRef idx="0">
            <a:schemeClr val="accent1"/>
          </a:fillRef>
          <a:effectRef idx="1">
            <a:schemeClr val="accent1"/>
          </a:effectRef>
          <a:fontRef idx="minor">
            <a:schemeClr val="tx1"/>
          </a:fontRef>
        </p:style>
      </p:cxnSp>
      <p:cxnSp>
        <p:nvCxnSpPr>
          <p:cNvPr id="34" name="Straight Connector 33">
            <a:extLst>
              <a:ext uri="{FF2B5EF4-FFF2-40B4-BE49-F238E27FC236}">
                <a16:creationId xmlns:a16="http://schemas.microsoft.com/office/drawing/2014/main" id="{27CE67B0-F358-960D-A9C9-22B9333933FA}"/>
              </a:ext>
            </a:extLst>
          </p:cNvPr>
          <p:cNvCxnSpPr>
            <a:cxnSpLocks/>
            <a:stCxn id="24" idx="3"/>
            <a:endCxn id="22" idx="0"/>
          </p:cNvCxnSpPr>
          <p:nvPr/>
        </p:nvCxnSpPr>
        <p:spPr>
          <a:xfrm flipH="1">
            <a:off x="2197084" y="3024638"/>
            <a:ext cx="1053931" cy="672211"/>
          </a:xfrm>
          <a:prstGeom prst="line">
            <a:avLst/>
          </a:prstGeom>
        </p:spPr>
        <p:style>
          <a:lnRef idx="2">
            <a:schemeClr val="accent1"/>
          </a:lnRef>
          <a:fillRef idx="0">
            <a:schemeClr val="accent1"/>
          </a:fillRef>
          <a:effectRef idx="1">
            <a:schemeClr val="accent1"/>
          </a:effectRef>
          <a:fontRef idx="minor">
            <a:schemeClr val="tx1"/>
          </a:fontRef>
        </p:style>
      </p:cxnSp>
      <p:cxnSp>
        <p:nvCxnSpPr>
          <p:cNvPr id="35" name="Straight Connector 34">
            <a:extLst>
              <a:ext uri="{FF2B5EF4-FFF2-40B4-BE49-F238E27FC236}">
                <a16:creationId xmlns:a16="http://schemas.microsoft.com/office/drawing/2014/main" id="{6AEAEC83-02FA-4654-7FA9-57E48366A134}"/>
              </a:ext>
            </a:extLst>
          </p:cNvPr>
          <p:cNvCxnSpPr>
            <a:cxnSpLocks/>
            <a:stCxn id="24" idx="5"/>
            <a:endCxn id="20" idx="0"/>
          </p:cNvCxnSpPr>
          <p:nvPr/>
        </p:nvCxnSpPr>
        <p:spPr>
          <a:xfrm>
            <a:off x="3740692" y="3024638"/>
            <a:ext cx="645428" cy="822308"/>
          </a:xfrm>
          <a:prstGeom prst="line">
            <a:avLst/>
          </a:prstGeom>
        </p:spPr>
        <p:style>
          <a:lnRef idx="2">
            <a:schemeClr val="accent1"/>
          </a:lnRef>
          <a:fillRef idx="0">
            <a:schemeClr val="accent1"/>
          </a:fillRef>
          <a:effectRef idx="1">
            <a:schemeClr val="accent1"/>
          </a:effectRef>
          <a:fontRef idx="minor">
            <a:schemeClr val="tx1"/>
          </a:fontRef>
        </p:style>
      </p:cxnSp>
      <p:cxnSp>
        <p:nvCxnSpPr>
          <p:cNvPr id="36" name="Straight Connector 35">
            <a:extLst>
              <a:ext uri="{FF2B5EF4-FFF2-40B4-BE49-F238E27FC236}">
                <a16:creationId xmlns:a16="http://schemas.microsoft.com/office/drawing/2014/main" id="{47F04273-3AFB-6C5D-9851-8F8B078F3967}"/>
              </a:ext>
            </a:extLst>
          </p:cNvPr>
          <p:cNvCxnSpPr>
            <a:cxnSpLocks/>
            <a:stCxn id="14" idx="4"/>
            <a:endCxn id="8" idx="0"/>
          </p:cNvCxnSpPr>
          <p:nvPr/>
        </p:nvCxnSpPr>
        <p:spPr>
          <a:xfrm>
            <a:off x="6444078" y="3983448"/>
            <a:ext cx="711796" cy="907206"/>
          </a:xfrm>
          <a:prstGeom prst="line">
            <a:avLst/>
          </a:prstGeom>
        </p:spPr>
        <p:style>
          <a:lnRef idx="2">
            <a:schemeClr val="accent1"/>
          </a:lnRef>
          <a:fillRef idx="0">
            <a:schemeClr val="accent1"/>
          </a:fillRef>
          <a:effectRef idx="1">
            <a:schemeClr val="accent1"/>
          </a:effectRef>
          <a:fontRef idx="minor">
            <a:schemeClr val="tx1"/>
          </a:fontRef>
        </p:style>
      </p:cxnSp>
      <p:cxnSp>
        <p:nvCxnSpPr>
          <p:cNvPr id="37" name="Straight Connector 36">
            <a:extLst>
              <a:ext uri="{FF2B5EF4-FFF2-40B4-BE49-F238E27FC236}">
                <a16:creationId xmlns:a16="http://schemas.microsoft.com/office/drawing/2014/main" id="{72C49E90-505B-DBDB-0D99-10B4D6F9D8E6}"/>
              </a:ext>
            </a:extLst>
          </p:cNvPr>
          <p:cNvCxnSpPr>
            <a:cxnSpLocks/>
            <a:stCxn id="20" idx="4"/>
            <a:endCxn id="26" idx="0"/>
          </p:cNvCxnSpPr>
          <p:nvPr/>
        </p:nvCxnSpPr>
        <p:spPr>
          <a:xfrm>
            <a:off x="4386120" y="4290291"/>
            <a:ext cx="157017" cy="647697"/>
          </a:xfrm>
          <a:prstGeom prst="line">
            <a:avLst/>
          </a:prstGeom>
        </p:spPr>
        <p:style>
          <a:lnRef idx="2">
            <a:schemeClr val="accent1"/>
          </a:lnRef>
          <a:fillRef idx="0">
            <a:schemeClr val="accent1"/>
          </a:fillRef>
          <a:effectRef idx="1">
            <a:schemeClr val="accent1"/>
          </a:effectRef>
          <a:fontRef idx="minor">
            <a:schemeClr val="tx1"/>
          </a:fontRef>
        </p:style>
      </p:cxnSp>
      <p:cxnSp>
        <p:nvCxnSpPr>
          <p:cNvPr id="38" name="Straight Connector 37">
            <a:extLst>
              <a:ext uri="{FF2B5EF4-FFF2-40B4-BE49-F238E27FC236}">
                <a16:creationId xmlns:a16="http://schemas.microsoft.com/office/drawing/2014/main" id="{95459C76-E313-998C-B5E4-EE5B89D7F620}"/>
              </a:ext>
            </a:extLst>
          </p:cNvPr>
          <p:cNvCxnSpPr>
            <a:cxnSpLocks/>
            <a:stCxn id="22" idx="4"/>
            <a:endCxn id="28" idx="0"/>
          </p:cNvCxnSpPr>
          <p:nvPr/>
        </p:nvCxnSpPr>
        <p:spPr>
          <a:xfrm>
            <a:off x="2197084" y="4140194"/>
            <a:ext cx="10390" cy="797794"/>
          </a:xfrm>
          <a:prstGeom prst="line">
            <a:avLst/>
          </a:prstGeom>
        </p:spPr>
        <p:style>
          <a:lnRef idx="2">
            <a:schemeClr val="accent1"/>
          </a:lnRef>
          <a:fillRef idx="0">
            <a:schemeClr val="accent1"/>
          </a:fillRef>
          <a:effectRef idx="1">
            <a:schemeClr val="accent1"/>
          </a:effectRef>
          <a:fontRef idx="minor">
            <a:schemeClr val="tx1"/>
          </a:fontRef>
        </p:style>
      </p:cxnSp>
      <p:cxnSp>
        <p:nvCxnSpPr>
          <p:cNvPr id="57" name="Straight Connector 56">
            <a:extLst>
              <a:ext uri="{FF2B5EF4-FFF2-40B4-BE49-F238E27FC236}">
                <a16:creationId xmlns:a16="http://schemas.microsoft.com/office/drawing/2014/main" id="{B590BE15-35CA-EF1C-7F43-A9D9AFE7762C}"/>
              </a:ext>
            </a:extLst>
          </p:cNvPr>
          <p:cNvCxnSpPr>
            <a:cxnSpLocks/>
            <a:stCxn id="12" idx="4"/>
            <a:endCxn id="6" idx="0"/>
          </p:cNvCxnSpPr>
          <p:nvPr/>
        </p:nvCxnSpPr>
        <p:spPr>
          <a:xfrm flipH="1">
            <a:off x="8559800" y="3918522"/>
            <a:ext cx="719878" cy="972132"/>
          </a:xfrm>
          <a:prstGeom prst="line">
            <a:avLst/>
          </a:prstGeom>
        </p:spPr>
        <p:style>
          <a:lnRef idx="2">
            <a:schemeClr val="accent1"/>
          </a:lnRef>
          <a:fillRef idx="0">
            <a:schemeClr val="accent1"/>
          </a:fillRef>
          <a:effectRef idx="1">
            <a:schemeClr val="accent1"/>
          </a:effectRef>
          <a:fontRef idx="minor">
            <a:schemeClr val="tx1"/>
          </a:fontRef>
        </p:style>
      </p:cxnSp>
      <p:cxnSp>
        <p:nvCxnSpPr>
          <p:cNvPr id="58" name="Straight Connector 57">
            <a:extLst>
              <a:ext uri="{FF2B5EF4-FFF2-40B4-BE49-F238E27FC236}">
                <a16:creationId xmlns:a16="http://schemas.microsoft.com/office/drawing/2014/main" id="{B08A9D1A-528C-15DF-1DD2-C8F06F82C4BA}"/>
              </a:ext>
            </a:extLst>
          </p:cNvPr>
          <p:cNvCxnSpPr>
            <a:cxnSpLocks/>
            <a:stCxn id="12" idx="5"/>
            <a:endCxn id="4" idx="1"/>
          </p:cNvCxnSpPr>
          <p:nvPr/>
        </p:nvCxnSpPr>
        <p:spPr>
          <a:xfrm>
            <a:off x="9519301" y="3853596"/>
            <a:ext cx="792830" cy="1101983"/>
          </a:xfrm>
          <a:prstGeom prst="line">
            <a:avLst/>
          </a:prstGeom>
        </p:spPr>
        <p:style>
          <a:lnRef idx="2">
            <a:schemeClr val="accent1"/>
          </a:lnRef>
          <a:fillRef idx="0">
            <a:schemeClr val="accent1"/>
          </a:fillRef>
          <a:effectRef idx="1">
            <a:schemeClr val="accent1"/>
          </a:effectRef>
          <a:fontRef idx="minor">
            <a:schemeClr val="tx1"/>
          </a:fontRef>
        </p:style>
      </p:cxnSp>
      <p:cxnSp>
        <p:nvCxnSpPr>
          <p:cNvPr id="59" name="Straight Connector 58">
            <a:extLst>
              <a:ext uri="{FF2B5EF4-FFF2-40B4-BE49-F238E27FC236}">
                <a16:creationId xmlns:a16="http://schemas.microsoft.com/office/drawing/2014/main" id="{DFE8863C-67A5-CC5E-68D3-382AB3F9D5CD}"/>
              </a:ext>
            </a:extLst>
          </p:cNvPr>
          <p:cNvCxnSpPr>
            <a:cxnSpLocks/>
            <a:stCxn id="14" idx="2"/>
            <a:endCxn id="10" idx="0"/>
          </p:cNvCxnSpPr>
          <p:nvPr/>
        </p:nvCxnSpPr>
        <p:spPr>
          <a:xfrm flipH="1">
            <a:off x="5872019" y="3761776"/>
            <a:ext cx="233180" cy="1128878"/>
          </a:xfrm>
          <a:prstGeom prst="line">
            <a:avLst/>
          </a:prstGeom>
        </p:spPr>
        <p:style>
          <a:lnRef idx="2">
            <a:schemeClr val="accent1"/>
          </a:lnRef>
          <a:fillRef idx="0">
            <a:schemeClr val="accent1"/>
          </a:fillRef>
          <a:effectRef idx="1">
            <a:schemeClr val="accent1"/>
          </a:effectRef>
          <a:fontRef idx="minor">
            <a:schemeClr val="tx1"/>
          </a:fontRef>
        </p:style>
      </p:cxnSp>
      <p:sp>
        <p:nvSpPr>
          <p:cNvPr id="99" name="TextBox 98">
            <a:extLst>
              <a:ext uri="{FF2B5EF4-FFF2-40B4-BE49-F238E27FC236}">
                <a16:creationId xmlns:a16="http://schemas.microsoft.com/office/drawing/2014/main" id="{1EA4BDD7-6842-B2EA-060B-B40862A13B6E}"/>
              </a:ext>
            </a:extLst>
          </p:cNvPr>
          <p:cNvSpPr txBox="1"/>
          <p:nvPr/>
        </p:nvSpPr>
        <p:spPr>
          <a:xfrm>
            <a:off x="517284" y="1468582"/>
            <a:ext cx="3038716" cy="369332"/>
          </a:xfrm>
          <a:prstGeom prst="rect">
            <a:avLst/>
          </a:prstGeom>
          <a:noFill/>
        </p:spPr>
        <p:txBody>
          <a:bodyPr wrap="square" rtlCol="0">
            <a:spAutoFit/>
          </a:bodyPr>
          <a:lstStyle/>
          <a:p>
            <a:r>
              <a:rPr lang="en-US" b="1" dirty="0"/>
              <a:t>NUMBER = VISIT ORDER</a:t>
            </a:r>
          </a:p>
        </p:txBody>
      </p:sp>
      <p:sp>
        <p:nvSpPr>
          <p:cNvPr id="101" name="TextBox 100">
            <a:extLst>
              <a:ext uri="{FF2B5EF4-FFF2-40B4-BE49-F238E27FC236}">
                <a16:creationId xmlns:a16="http://schemas.microsoft.com/office/drawing/2014/main" id="{BFC19C82-C2BE-CC63-2D58-250D3692DD05}"/>
              </a:ext>
            </a:extLst>
          </p:cNvPr>
          <p:cNvSpPr txBox="1"/>
          <p:nvPr/>
        </p:nvSpPr>
        <p:spPr>
          <a:xfrm>
            <a:off x="8396358" y="1034324"/>
            <a:ext cx="3038716" cy="369332"/>
          </a:xfrm>
          <a:prstGeom prst="rect">
            <a:avLst/>
          </a:prstGeom>
          <a:noFill/>
        </p:spPr>
        <p:txBody>
          <a:bodyPr wrap="square" rtlCol="0">
            <a:spAutoFit/>
          </a:bodyPr>
          <a:lstStyle/>
          <a:p>
            <a:r>
              <a:rPr lang="en-US" b="1" dirty="0"/>
              <a:t>ROOT -&gt;        LEFT -&gt;    RIGHT</a:t>
            </a:r>
          </a:p>
        </p:txBody>
      </p:sp>
      <p:sp>
        <p:nvSpPr>
          <p:cNvPr id="102" name="TextBox 101">
            <a:extLst>
              <a:ext uri="{FF2B5EF4-FFF2-40B4-BE49-F238E27FC236}">
                <a16:creationId xmlns:a16="http://schemas.microsoft.com/office/drawing/2014/main" id="{114DA890-E38A-FBCC-EE14-30501272EED0}"/>
              </a:ext>
            </a:extLst>
          </p:cNvPr>
          <p:cNvSpPr txBox="1"/>
          <p:nvPr/>
        </p:nvSpPr>
        <p:spPr>
          <a:xfrm>
            <a:off x="1524000" y="5642208"/>
            <a:ext cx="8913091" cy="861774"/>
          </a:xfrm>
          <a:prstGeom prst="rect">
            <a:avLst/>
          </a:prstGeom>
          <a:noFill/>
        </p:spPr>
        <p:txBody>
          <a:bodyPr wrap="square" rtlCol="0">
            <a:spAutoFit/>
          </a:bodyPr>
          <a:lstStyle/>
          <a:p>
            <a:r>
              <a:rPr lang="en-US" sz="2500" dirty="0"/>
              <a:t>                                              </a:t>
            </a:r>
            <a:r>
              <a:rPr lang="en-US" sz="2500" b="1" dirty="0"/>
              <a:t>Preorder</a:t>
            </a:r>
          </a:p>
          <a:p>
            <a:r>
              <a:rPr lang="en-US" sz="2500" b="1" dirty="0"/>
              <a:t>52-&gt; 31-&gt; 18-&gt; 27-&gt; 43-&gt; 47-&gt; 74-&gt; 63-&gt; 59-&gt; 68-&gt; 86-&gt; 79-&gt; 92</a:t>
            </a:r>
            <a:endParaRPr lang="en-US" sz="2500" dirty="0"/>
          </a:p>
        </p:txBody>
      </p:sp>
    </p:spTree>
    <p:extLst>
      <p:ext uri="{BB962C8B-B14F-4D97-AF65-F5344CB8AC3E}">
        <p14:creationId xmlns:p14="http://schemas.microsoft.com/office/powerpoint/2010/main" val="221655964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632EBA01-777B-B53E-6D52-9F303A041F8A}"/>
              </a:ext>
            </a:extLst>
          </p:cNvPr>
          <p:cNvSpPr>
            <a:spLocks noGrp="1"/>
          </p:cNvSpPr>
          <p:nvPr>
            <p:ph idx="1"/>
          </p:nvPr>
        </p:nvSpPr>
        <p:spPr>
          <a:xfrm>
            <a:off x="295563" y="295564"/>
            <a:ext cx="11517745" cy="6326909"/>
          </a:xfrm>
        </p:spPr>
        <p:txBody>
          <a:bodyPr>
            <a:normAutofit/>
          </a:bodyPr>
          <a:lstStyle/>
          <a:p>
            <a:r>
              <a:rPr lang="en-US" sz="4500" dirty="0"/>
              <a:t>Preorder traversal follows the order Root → Left → Right. We first visit the current root node, then traverse its entire left subtree, and finally traverse its right subtree. Starting with root 52, we visit the left side beginning with 31, complete that subtree, and then continue to the right side beginning with 74. The final preorder traversal is 52, 31, 18, 27, 43, 47, 74, 63, 59, 68, 86, 79, 92.</a:t>
            </a:r>
          </a:p>
        </p:txBody>
      </p:sp>
    </p:spTree>
    <p:extLst>
      <p:ext uri="{BB962C8B-B14F-4D97-AF65-F5344CB8AC3E}">
        <p14:creationId xmlns:p14="http://schemas.microsoft.com/office/powerpoint/2010/main" val="201995410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801F438-03FD-387D-2B02-5398A54360A5}"/>
              </a:ext>
            </a:extLst>
          </p:cNvPr>
          <p:cNvSpPr>
            <a:spLocks noGrp="1"/>
          </p:cNvSpPr>
          <p:nvPr>
            <p:ph type="title"/>
          </p:nvPr>
        </p:nvSpPr>
        <p:spPr>
          <a:xfrm>
            <a:off x="0" y="1"/>
            <a:ext cx="12192000" cy="681036"/>
          </a:xfrm>
        </p:spPr>
        <p:txBody>
          <a:bodyPr>
            <a:normAutofit fontScale="90000"/>
          </a:bodyPr>
          <a:lstStyle/>
          <a:p>
            <a:pPr algn="ctr"/>
            <a:r>
              <a:rPr lang="en-US" b="1" dirty="0"/>
              <a:t>Postorder Traversal</a:t>
            </a:r>
          </a:p>
        </p:txBody>
      </p:sp>
      <p:sp>
        <p:nvSpPr>
          <p:cNvPr id="3" name="Content Placeholder 2">
            <a:extLst>
              <a:ext uri="{FF2B5EF4-FFF2-40B4-BE49-F238E27FC236}">
                <a16:creationId xmlns:a16="http://schemas.microsoft.com/office/drawing/2014/main" id="{8EB16B52-1608-6D8B-554F-227FB59227E8}"/>
              </a:ext>
            </a:extLst>
          </p:cNvPr>
          <p:cNvSpPr>
            <a:spLocks noGrp="1"/>
          </p:cNvSpPr>
          <p:nvPr>
            <p:ph idx="1"/>
          </p:nvPr>
        </p:nvSpPr>
        <p:spPr>
          <a:xfrm>
            <a:off x="332509" y="979054"/>
            <a:ext cx="11499273" cy="5878945"/>
          </a:xfrm>
        </p:spPr>
        <p:txBody>
          <a:bodyPr/>
          <a:lstStyle/>
          <a:p>
            <a:endParaRPr lang="en-US" dirty="0"/>
          </a:p>
        </p:txBody>
      </p:sp>
      <p:sp>
        <p:nvSpPr>
          <p:cNvPr id="4" name="Oval 3">
            <a:extLst>
              <a:ext uri="{FF2B5EF4-FFF2-40B4-BE49-F238E27FC236}">
                <a16:creationId xmlns:a16="http://schemas.microsoft.com/office/drawing/2014/main" id="{16198FE7-00DF-C93D-ECA0-301D24E74EAD}"/>
              </a:ext>
            </a:extLst>
          </p:cNvPr>
          <p:cNvSpPr/>
          <p:nvPr/>
        </p:nvSpPr>
        <p:spPr>
          <a:xfrm>
            <a:off x="5144655" y="1496291"/>
            <a:ext cx="711200" cy="415636"/>
          </a:xfrm>
          <a:prstGeom prst="ellipse">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dirty="0"/>
              <a:t>52</a:t>
            </a:r>
          </a:p>
        </p:txBody>
      </p:sp>
      <p:sp>
        <p:nvSpPr>
          <p:cNvPr id="6" name="Oval 5">
            <a:extLst>
              <a:ext uri="{FF2B5EF4-FFF2-40B4-BE49-F238E27FC236}">
                <a16:creationId xmlns:a16="http://schemas.microsoft.com/office/drawing/2014/main" id="{774F3A51-0BAD-3013-0F6C-45D300A46B01}"/>
              </a:ext>
            </a:extLst>
          </p:cNvPr>
          <p:cNvSpPr/>
          <p:nvPr/>
        </p:nvSpPr>
        <p:spPr>
          <a:xfrm>
            <a:off x="3043381" y="2385291"/>
            <a:ext cx="688110" cy="415636"/>
          </a:xfrm>
          <a:prstGeom prst="ellipse">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dirty="0"/>
              <a:t>31</a:t>
            </a:r>
          </a:p>
        </p:txBody>
      </p:sp>
      <p:sp>
        <p:nvSpPr>
          <p:cNvPr id="8" name="Oval 7">
            <a:extLst>
              <a:ext uri="{FF2B5EF4-FFF2-40B4-BE49-F238E27FC236}">
                <a16:creationId xmlns:a16="http://schemas.microsoft.com/office/drawing/2014/main" id="{722638ED-6F69-AE00-4151-28AE4EEBE75A}"/>
              </a:ext>
            </a:extLst>
          </p:cNvPr>
          <p:cNvSpPr/>
          <p:nvPr/>
        </p:nvSpPr>
        <p:spPr>
          <a:xfrm>
            <a:off x="7772401" y="2680854"/>
            <a:ext cx="688110" cy="521855"/>
          </a:xfrm>
          <a:prstGeom prst="ellipse">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dirty="0"/>
              <a:t>74</a:t>
            </a:r>
          </a:p>
        </p:txBody>
      </p:sp>
      <p:sp>
        <p:nvSpPr>
          <p:cNvPr id="10" name="Oval 9">
            <a:extLst>
              <a:ext uri="{FF2B5EF4-FFF2-40B4-BE49-F238E27FC236}">
                <a16:creationId xmlns:a16="http://schemas.microsoft.com/office/drawing/2014/main" id="{2DD715C3-7515-A12C-637F-EC60EBA10913}"/>
              </a:ext>
            </a:extLst>
          </p:cNvPr>
          <p:cNvSpPr/>
          <p:nvPr/>
        </p:nvSpPr>
        <p:spPr>
          <a:xfrm>
            <a:off x="1861126" y="3990109"/>
            <a:ext cx="678873" cy="415636"/>
          </a:xfrm>
          <a:prstGeom prst="ellipse">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dirty="0"/>
              <a:t>18</a:t>
            </a:r>
          </a:p>
        </p:txBody>
      </p:sp>
      <p:sp>
        <p:nvSpPr>
          <p:cNvPr id="12" name="Oval 11">
            <a:extLst>
              <a:ext uri="{FF2B5EF4-FFF2-40B4-BE49-F238E27FC236}">
                <a16:creationId xmlns:a16="http://schemas.microsoft.com/office/drawing/2014/main" id="{B5A6ACD5-62EA-D42D-4C56-3E38FE68F02C}"/>
              </a:ext>
            </a:extLst>
          </p:cNvPr>
          <p:cNvSpPr/>
          <p:nvPr/>
        </p:nvSpPr>
        <p:spPr>
          <a:xfrm>
            <a:off x="3269673" y="4057073"/>
            <a:ext cx="720436" cy="415636"/>
          </a:xfrm>
          <a:prstGeom prst="ellipse">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dirty="0"/>
              <a:t>43</a:t>
            </a:r>
          </a:p>
        </p:txBody>
      </p:sp>
      <p:sp>
        <p:nvSpPr>
          <p:cNvPr id="14" name="Oval 13">
            <a:extLst>
              <a:ext uri="{FF2B5EF4-FFF2-40B4-BE49-F238E27FC236}">
                <a16:creationId xmlns:a16="http://schemas.microsoft.com/office/drawing/2014/main" id="{61A5EF02-B435-4E52-CCD4-8DD129E16817}"/>
              </a:ext>
            </a:extLst>
          </p:cNvPr>
          <p:cNvSpPr/>
          <p:nvPr/>
        </p:nvSpPr>
        <p:spPr>
          <a:xfrm>
            <a:off x="10554855" y="5361709"/>
            <a:ext cx="674254" cy="415636"/>
          </a:xfrm>
          <a:prstGeom prst="ellipse">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dirty="0"/>
              <a:t>92</a:t>
            </a:r>
          </a:p>
        </p:txBody>
      </p:sp>
      <p:sp>
        <p:nvSpPr>
          <p:cNvPr id="16" name="Oval 15">
            <a:extLst>
              <a:ext uri="{FF2B5EF4-FFF2-40B4-BE49-F238E27FC236}">
                <a16:creationId xmlns:a16="http://schemas.microsoft.com/office/drawing/2014/main" id="{8056C939-D2BE-76F3-48F0-7D9BB39789C1}"/>
              </a:ext>
            </a:extLst>
          </p:cNvPr>
          <p:cNvSpPr/>
          <p:nvPr/>
        </p:nvSpPr>
        <p:spPr>
          <a:xfrm>
            <a:off x="8952344" y="5287819"/>
            <a:ext cx="674254" cy="415636"/>
          </a:xfrm>
          <a:prstGeom prst="ellipse">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dirty="0"/>
              <a:t>79</a:t>
            </a:r>
          </a:p>
        </p:txBody>
      </p:sp>
      <p:sp>
        <p:nvSpPr>
          <p:cNvPr id="18" name="Oval 17">
            <a:extLst>
              <a:ext uri="{FF2B5EF4-FFF2-40B4-BE49-F238E27FC236}">
                <a16:creationId xmlns:a16="http://schemas.microsoft.com/office/drawing/2014/main" id="{A79B70CF-60C1-282A-CF6F-B96450EF3AFA}"/>
              </a:ext>
            </a:extLst>
          </p:cNvPr>
          <p:cNvSpPr/>
          <p:nvPr/>
        </p:nvSpPr>
        <p:spPr>
          <a:xfrm>
            <a:off x="7273635" y="5249718"/>
            <a:ext cx="674254" cy="415636"/>
          </a:xfrm>
          <a:prstGeom prst="ellipse">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dirty="0"/>
              <a:t>68</a:t>
            </a:r>
          </a:p>
        </p:txBody>
      </p:sp>
      <p:sp>
        <p:nvSpPr>
          <p:cNvPr id="20" name="Oval 19">
            <a:extLst>
              <a:ext uri="{FF2B5EF4-FFF2-40B4-BE49-F238E27FC236}">
                <a16:creationId xmlns:a16="http://schemas.microsoft.com/office/drawing/2014/main" id="{AE863A4E-B6FA-65BF-485F-0A72FC789881}"/>
              </a:ext>
            </a:extLst>
          </p:cNvPr>
          <p:cNvSpPr/>
          <p:nvPr/>
        </p:nvSpPr>
        <p:spPr>
          <a:xfrm>
            <a:off x="5481781" y="5153891"/>
            <a:ext cx="674254" cy="415636"/>
          </a:xfrm>
          <a:prstGeom prst="ellipse">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dirty="0"/>
              <a:t>59</a:t>
            </a:r>
          </a:p>
        </p:txBody>
      </p:sp>
      <p:sp>
        <p:nvSpPr>
          <p:cNvPr id="22" name="Oval 21">
            <a:extLst>
              <a:ext uri="{FF2B5EF4-FFF2-40B4-BE49-F238E27FC236}">
                <a16:creationId xmlns:a16="http://schemas.microsoft.com/office/drawing/2014/main" id="{80612808-80E7-CC07-038E-A97870440ECE}"/>
              </a:ext>
            </a:extLst>
          </p:cNvPr>
          <p:cNvSpPr/>
          <p:nvPr/>
        </p:nvSpPr>
        <p:spPr>
          <a:xfrm>
            <a:off x="9822872" y="4075545"/>
            <a:ext cx="720436" cy="415636"/>
          </a:xfrm>
          <a:prstGeom prst="ellipse">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dirty="0"/>
              <a:t>86</a:t>
            </a:r>
          </a:p>
        </p:txBody>
      </p:sp>
      <p:sp>
        <p:nvSpPr>
          <p:cNvPr id="24" name="Oval 23">
            <a:extLst>
              <a:ext uri="{FF2B5EF4-FFF2-40B4-BE49-F238E27FC236}">
                <a16:creationId xmlns:a16="http://schemas.microsoft.com/office/drawing/2014/main" id="{F6B01209-D188-E9CD-DA65-446CCB37A306}"/>
              </a:ext>
            </a:extLst>
          </p:cNvPr>
          <p:cNvSpPr/>
          <p:nvPr/>
        </p:nvSpPr>
        <p:spPr>
          <a:xfrm>
            <a:off x="6507019" y="3849255"/>
            <a:ext cx="678872" cy="415636"/>
          </a:xfrm>
          <a:prstGeom prst="ellipse">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dirty="0"/>
              <a:t>63</a:t>
            </a:r>
          </a:p>
        </p:txBody>
      </p:sp>
      <p:sp>
        <p:nvSpPr>
          <p:cNvPr id="26" name="Oval 25">
            <a:extLst>
              <a:ext uri="{FF2B5EF4-FFF2-40B4-BE49-F238E27FC236}">
                <a16:creationId xmlns:a16="http://schemas.microsoft.com/office/drawing/2014/main" id="{E57F040B-885E-483E-5681-9494986C15AA}"/>
              </a:ext>
            </a:extLst>
          </p:cNvPr>
          <p:cNvSpPr/>
          <p:nvPr/>
        </p:nvSpPr>
        <p:spPr>
          <a:xfrm>
            <a:off x="3389744" y="5301673"/>
            <a:ext cx="674255" cy="415636"/>
          </a:xfrm>
          <a:prstGeom prst="ellipse">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dirty="0"/>
              <a:t>47</a:t>
            </a:r>
          </a:p>
        </p:txBody>
      </p:sp>
      <p:sp>
        <p:nvSpPr>
          <p:cNvPr id="28" name="Oval 27">
            <a:extLst>
              <a:ext uri="{FF2B5EF4-FFF2-40B4-BE49-F238E27FC236}">
                <a16:creationId xmlns:a16="http://schemas.microsoft.com/office/drawing/2014/main" id="{5831010E-E472-0EA8-DF69-D5B3C3C14F20}"/>
              </a:ext>
            </a:extLst>
          </p:cNvPr>
          <p:cNvSpPr/>
          <p:nvPr/>
        </p:nvSpPr>
        <p:spPr>
          <a:xfrm>
            <a:off x="1637145" y="5301673"/>
            <a:ext cx="674255" cy="415636"/>
          </a:xfrm>
          <a:prstGeom prst="ellipse">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dirty="0"/>
              <a:t>27</a:t>
            </a:r>
          </a:p>
        </p:txBody>
      </p:sp>
      <p:cxnSp>
        <p:nvCxnSpPr>
          <p:cNvPr id="30" name="Straight Connector 29">
            <a:extLst>
              <a:ext uri="{FF2B5EF4-FFF2-40B4-BE49-F238E27FC236}">
                <a16:creationId xmlns:a16="http://schemas.microsoft.com/office/drawing/2014/main" id="{76F2911C-D0EC-CA3F-986D-C28C8A7D70C3}"/>
              </a:ext>
            </a:extLst>
          </p:cNvPr>
          <p:cNvCxnSpPr>
            <a:cxnSpLocks/>
            <a:stCxn id="22" idx="3"/>
          </p:cNvCxnSpPr>
          <p:nvPr/>
        </p:nvCxnSpPr>
        <p:spPr>
          <a:xfrm flipH="1">
            <a:off x="9363298" y="4430313"/>
            <a:ext cx="565079" cy="992264"/>
          </a:xfrm>
          <a:prstGeom prst="line">
            <a:avLst/>
          </a:prstGeom>
        </p:spPr>
        <p:style>
          <a:lnRef idx="2">
            <a:schemeClr val="accent1"/>
          </a:lnRef>
          <a:fillRef idx="0">
            <a:schemeClr val="accent1"/>
          </a:fillRef>
          <a:effectRef idx="1">
            <a:schemeClr val="accent1"/>
          </a:effectRef>
          <a:fontRef idx="minor">
            <a:schemeClr val="tx1"/>
          </a:fontRef>
        </p:style>
      </p:cxnSp>
      <p:cxnSp>
        <p:nvCxnSpPr>
          <p:cNvPr id="31" name="Straight Connector 30">
            <a:extLst>
              <a:ext uri="{FF2B5EF4-FFF2-40B4-BE49-F238E27FC236}">
                <a16:creationId xmlns:a16="http://schemas.microsoft.com/office/drawing/2014/main" id="{E84FA6E2-F20A-5A03-8212-F5D8D3ACE8AF}"/>
              </a:ext>
            </a:extLst>
          </p:cNvPr>
          <p:cNvCxnSpPr>
            <a:cxnSpLocks/>
            <a:stCxn id="8" idx="3"/>
            <a:endCxn id="24" idx="7"/>
          </p:cNvCxnSpPr>
          <p:nvPr/>
        </p:nvCxnSpPr>
        <p:spPr>
          <a:xfrm flipH="1">
            <a:off x="7086472" y="3126285"/>
            <a:ext cx="786700" cy="783838"/>
          </a:xfrm>
          <a:prstGeom prst="line">
            <a:avLst/>
          </a:prstGeom>
        </p:spPr>
        <p:style>
          <a:lnRef idx="2">
            <a:schemeClr val="accent1"/>
          </a:lnRef>
          <a:fillRef idx="0">
            <a:schemeClr val="accent1"/>
          </a:fillRef>
          <a:effectRef idx="1">
            <a:schemeClr val="accent1"/>
          </a:effectRef>
          <a:fontRef idx="minor">
            <a:schemeClr val="tx1"/>
          </a:fontRef>
        </p:style>
      </p:cxnSp>
      <p:cxnSp>
        <p:nvCxnSpPr>
          <p:cNvPr id="32" name="Straight Connector 31">
            <a:extLst>
              <a:ext uri="{FF2B5EF4-FFF2-40B4-BE49-F238E27FC236}">
                <a16:creationId xmlns:a16="http://schemas.microsoft.com/office/drawing/2014/main" id="{B7EDB015-8074-5DAA-ECC9-5A3C39FA5159}"/>
              </a:ext>
            </a:extLst>
          </p:cNvPr>
          <p:cNvCxnSpPr>
            <a:cxnSpLocks/>
            <a:stCxn id="12" idx="4"/>
            <a:endCxn id="26" idx="0"/>
          </p:cNvCxnSpPr>
          <p:nvPr/>
        </p:nvCxnSpPr>
        <p:spPr>
          <a:xfrm>
            <a:off x="3629891" y="4472709"/>
            <a:ext cx="96981" cy="828964"/>
          </a:xfrm>
          <a:prstGeom prst="line">
            <a:avLst/>
          </a:prstGeom>
        </p:spPr>
        <p:style>
          <a:lnRef idx="2">
            <a:schemeClr val="accent1"/>
          </a:lnRef>
          <a:fillRef idx="0">
            <a:schemeClr val="accent1"/>
          </a:fillRef>
          <a:effectRef idx="1">
            <a:schemeClr val="accent1"/>
          </a:effectRef>
          <a:fontRef idx="minor">
            <a:schemeClr val="tx1"/>
          </a:fontRef>
        </p:style>
      </p:cxnSp>
      <p:cxnSp>
        <p:nvCxnSpPr>
          <p:cNvPr id="33" name="Straight Connector 32">
            <a:extLst>
              <a:ext uri="{FF2B5EF4-FFF2-40B4-BE49-F238E27FC236}">
                <a16:creationId xmlns:a16="http://schemas.microsoft.com/office/drawing/2014/main" id="{1FF17FDF-9ABC-A8BA-447C-C387C4393DC1}"/>
              </a:ext>
            </a:extLst>
          </p:cNvPr>
          <p:cNvCxnSpPr>
            <a:cxnSpLocks/>
            <a:stCxn id="4" idx="5"/>
            <a:endCxn id="8" idx="1"/>
          </p:cNvCxnSpPr>
          <p:nvPr/>
        </p:nvCxnSpPr>
        <p:spPr>
          <a:xfrm>
            <a:off x="5751702" y="1851059"/>
            <a:ext cx="2121470" cy="906219"/>
          </a:xfrm>
          <a:prstGeom prst="line">
            <a:avLst/>
          </a:prstGeom>
        </p:spPr>
        <p:style>
          <a:lnRef idx="2">
            <a:schemeClr val="accent1"/>
          </a:lnRef>
          <a:fillRef idx="0">
            <a:schemeClr val="accent1"/>
          </a:fillRef>
          <a:effectRef idx="1">
            <a:schemeClr val="accent1"/>
          </a:effectRef>
          <a:fontRef idx="minor">
            <a:schemeClr val="tx1"/>
          </a:fontRef>
        </p:style>
      </p:cxnSp>
      <p:cxnSp>
        <p:nvCxnSpPr>
          <p:cNvPr id="34" name="Straight Connector 33">
            <a:extLst>
              <a:ext uri="{FF2B5EF4-FFF2-40B4-BE49-F238E27FC236}">
                <a16:creationId xmlns:a16="http://schemas.microsoft.com/office/drawing/2014/main" id="{5E182256-4A51-101F-24B8-1A56361AD9E8}"/>
              </a:ext>
            </a:extLst>
          </p:cNvPr>
          <p:cNvCxnSpPr>
            <a:cxnSpLocks/>
            <a:stCxn id="10" idx="4"/>
            <a:endCxn id="28" idx="0"/>
          </p:cNvCxnSpPr>
          <p:nvPr/>
        </p:nvCxnSpPr>
        <p:spPr>
          <a:xfrm flipH="1">
            <a:off x="1974273" y="4405745"/>
            <a:ext cx="226290" cy="895928"/>
          </a:xfrm>
          <a:prstGeom prst="line">
            <a:avLst/>
          </a:prstGeom>
        </p:spPr>
        <p:style>
          <a:lnRef idx="2">
            <a:schemeClr val="accent1"/>
          </a:lnRef>
          <a:fillRef idx="0">
            <a:schemeClr val="accent1"/>
          </a:fillRef>
          <a:effectRef idx="1">
            <a:schemeClr val="accent1"/>
          </a:effectRef>
          <a:fontRef idx="minor">
            <a:schemeClr val="tx1"/>
          </a:fontRef>
        </p:style>
      </p:cxnSp>
      <p:cxnSp>
        <p:nvCxnSpPr>
          <p:cNvPr id="35" name="Straight Connector 34">
            <a:extLst>
              <a:ext uri="{FF2B5EF4-FFF2-40B4-BE49-F238E27FC236}">
                <a16:creationId xmlns:a16="http://schemas.microsoft.com/office/drawing/2014/main" id="{353F21EF-EC67-063A-D556-C81C7C0A684E}"/>
              </a:ext>
            </a:extLst>
          </p:cNvPr>
          <p:cNvCxnSpPr>
            <a:cxnSpLocks/>
            <a:stCxn id="6" idx="3"/>
          </p:cNvCxnSpPr>
          <p:nvPr/>
        </p:nvCxnSpPr>
        <p:spPr>
          <a:xfrm flipH="1">
            <a:off x="2311400" y="2740059"/>
            <a:ext cx="832752" cy="1295816"/>
          </a:xfrm>
          <a:prstGeom prst="line">
            <a:avLst/>
          </a:prstGeom>
        </p:spPr>
        <p:style>
          <a:lnRef idx="2">
            <a:schemeClr val="accent1"/>
          </a:lnRef>
          <a:fillRef idx="0">
            <a:schemeClr val="accent1"/>
          </a:fillRef>
          <a:effectRef idx="1">
            <a:schemeClr val="accent1"/>
          </a:effectRef>
          <a:fontRef idx="minor">
            <a:schemeClr val="tx1"/>
          </a:fontRef>
        </p:style>
      </p:cxnSp>
      <p:cxnSp>
        <p:nvCxnSpPr>
          <p:cNvPr id="36" name="Straight Connector 35">
            <a:extLst>
              <a:ext uri="{FF2B5EF4-FFF2-40B4-BE49-F238E27FC236}">
                <a16:creationId xmlns:a16="http://schemas.microsoft.com/office/drawing/2014/main" id="{36FE119E-10E1-5EDB-92B8-C2AF96209190}"/>
              </a:ext>
            </a:extLst>
          </p:cNvPr>
          <p:cNvCxnSpPr>
            <a:cxnSpLocks/>
            <a:endCxn id="12" idx="0"/>
          </p:cNvCxnSpPr>
          <p:nvPr/>
        </p:nvCxnSpPr>
        <p:spPr>
          <a:xfrm>
            <a:off x="3495964" y="2757886"/>
            <a:ext cx="133927" cy="1299187"/>
          </a:xfrm>
          <a:prstGeom prst="line">
            <a:avLst/>
          </a:prstGeom>
        </p:spPr>
        <p:style>
          <a:lnRef idx="2">
            <a:schemeClr val="accent1"/>
          </a:lnRef>
          <a:fillRef idx="0">
            <a:schemeClr val="accent1"/>
          </a:fillRef>
          <a:effectRef idx="1">
            <a:schemeClr val="accent1"/>
          </a:effectRef>
          <a:fontRef idx="minor">
            <a:schemeClr val="tx1"/>
          </a:fontRef>
        </p:style>
      </p:cxnSp>
      <p:cxnSp>
        <p:nvCxnSpPr>
          <p:cNvPr id="37" name="Straight Connector 36">
            <a:extLst>
              <a:ext uri="{FF2B5EF4-FFF2-40B4-BE49-F238E27FC236}">
                <a16:creationId xmlns:a16="http://schemas.microsoft.com/office/drawing/2014/main" id="{B171E437-6484-347D-B4E6-154AF93C31BB}"/>
              </a:ext>
            </a:extLst>
          </p:cNvPr>
          <p:cNvCxnSpPr>
            <a:cxnSpLocks/>
            <a:stCxn id="4" idx="2"/>
            <a:endCxn id="6" idx="7"/>
          </p:cNvCxnSpPr>
          <p:nvPr/>
        </p:nvCxnSpPr>
        <p:spPr>
          <a:xfrm flipH="1">
            <a:off x="3630720" y="1704109"/>
            <a:ext cx="1513935" cy="742050"/>
          </a:xfrm>
          <a:prstGeom prst="line">
            <a:avLst/>
          </a:prstGeom>
        </p:spPr>
        <p:style>
          <a:lnRef idx="2">
            <a:schemeClr val="accent1"/>
          </a:lnRef>
          <a:fillRef idx="0">
            <a:schemeClr val="accent1"/>
          </a:fillRef>
          <a:effectRef idx="1">
            <a:schemeClr val="accent1"/>
          </a:effectRef>
          <a:fontRef idx="minor">
            <a:schemeClr val="tx1"/>
          </a:fontRef>
        </p:style>
      </p:cxnSp>
      <p:cxnSp>
        <p:nvCxnSpPr>
          <p:cNvPr id="54" name="Straight Connector 53">
            <a:extLst>
              <a:ext uri="{FF2B5EF4-FFF2-40B4-BE49-F238E27FC236}">
                <a16:creationId xmlns:a16="http://schemas.microsoft.com/office/drawing/2014/main" id="{6E8243C5-09FE-E3F2-9AB7-BA95EB458631}"/>
              </a:ext>
            </a:extLst>
          </p:cNvPr>
          <p:cNvCxnSpPr>
            <a:cxnSpLocks/>
            <a:stCxn id="8" idx="5"/>
            <a:endCxn id="22" idx="2"/>
          </p:cNvCxnSpPr>
          <p:nvPr/>
        </p:nvCxnSpPr>
        <p:spPr>
          <a:xfrm>
            <a:off x="8359740" y="3126285"/>
            <a:ext cx="1463132" cy="1157078"/>
          </a:xfrm>
          <a:prstGeom prst="line">
            <a:avLst/>
          </a:prstGeom>
        </p:spPr>
        <p:style>
          <a:lnRef idx="2">
            <a:schemeClr val="accent1"/>
          </a:lnRef>
          <a:fillRef idx="0">
            <a:schemeClr val="accent1"/>
          </a:fillRef>
          <a:effectRef idx="1">
            <a:schemeClr val="accent1"/>
          </a:effectRef>
          <a:fontRef idx="minor">
            <a:schemeClr val="tx1"/>
          </a:fontRef>
        </p:style>
      </p:cxnSp>
      <p:cxnSp>
        <p:nvCxnSpPr>
          <p:cNvPr id="55" name="Straight Connector 54">
            <a:extLst>
              <a:ext uri="{FF2B5EF4-FFF2-40B4-BE49-F238E27FC236}">
                <a16:creationId xmlns:a16="http://schemas.microsoft.com/office/drawing/2014/main" id="{CE4CA67E-D426-6624-8D86-5FA065A71A1C}"/>
              </a:ext>
            </a:extLst>
          </p:cNvPr>
          <p:cNvCxnSpPr>
            <a:cxnSpLocks/>
            <a:stCxn id="24" idx="4"/>
            <a:endCxn id="18" idx="0"/>
          </p:cNvCxnSpPr>
          <p:nvPr/>
        </p:nvCxnSpPr>
        <p:spPr>
          <a:xfrm>
            <a:off x="6846455" y="4264891"/>
            <a:ext cx="764307" cy="984827"/>
          </a:xfrm>
          <a:prstGeom prst="line">
            <a:avLst/>
          </a:prstGeom>
        </p:spPr>
        <p:style>
          <a:lnRef idx="2">
            <a:schemeClr val="accent1"/>
          </a:lnRef>
          <a:fillRef idx="0">
            <a:schemeClr val="accent1"/>
          </a:fillRef>
          <a:effectRef idx="1">
            <a:schemeClr val="accent1"/>
          </a:effectRef>
          <a:fontRef idx="minor">
            <a:schemeClr val="tx1"/>
          </a:fontRef>
        </p:style>
      </p:cxnSp>
      <p:cxnSp>
        <p:nvCxnSpPr>
          <p:cNvPr id="56" name="Straight Connector 55">
            <a:extLst>
              <a:ext uri="{FF2B5EF4-FFF2-40B4-BE49-F238E27FC236}">
                <a16:creationId xmlns:a16="http://schemas.microsoft.com/office/drawing/2014/main" id="{17F67E08-F173-0F20-C9AD-B7E163A31CF5}"/>
              </a:ext>
            </a:extLst>
          </p:cNvPr>
          <p:cNvCxnSpPr>
            <a:cxnSpLocks/>
            <a:stCxn id="24" idx="3"/>
          </p:cNvCxnSpPr>
          <p:nvPr/>
        </p:nvCxnSpPr>
        <p:spPr>
          <a:xfrm flipH="1">
            <a:off x="5933535" y="4204023"/>
            <a:ext cx="672903" cy="985882"/>
          </a:xfrm>
          <a:prstGeom prst="line">
            <a:avLst/>
          </a:prstGeom>
        </p:spPr>
        <p:style>
          <a:lnRef idx="2">
            <a:schemeClr val="accent1"/>
          </a:lnRef>
          <a:fillRef idx="0">
            <a:schemeClr val="accent1"/>
          </a:fillRef>
          <a:effectRef idx="1">
            <a:schemeClr val="accent1"/>
          </a:effectRef>
          <a:fontRef idx="minor">
            <a:schemeClr val="tx1"/>
          </a:fontRef>
        </p:style>
      </p:cxnSp>
      <p:cxnSp>
        <p:nvCxnSpPr>
          <p:cNvPr id="63" name="Straight Connector 62">
            <a:extLst>
              <a:ext uri="{FF2B5EF4-FFF2-40B4-BE49-F238E27FC236}">
                <a16:creationId xmlns:a16="http://schemas.microsoft.com/office/drawing/2014/main" id="{87FC678B-B4E1-F02E-C7AC-0794ED5D784F}"/>
              </a:ext>
            </a:extLst>
          </p:cNvPr>
          <p:cNvCxnSpPr>
            <a:cxnSpLocks/>
            <a:stCxn id="22" idx="5"/>
            <a:endCxn id="14" idx="0"/>
          </p:cNvCxnSpPr>
          <p:nvPr/>
        </p:nvCxnSpPr>
        <p:spPr>
          <a:xfrm>
            <a:off x="10437803" y="4430313"/>
            <a:ext cx="454179" cy="931396"/>
          </a:xfrm>
          <a:prstGeom prst="line">
            <a:avLst/>
          </a:prstGeom>
        </p:spPr>
        <p:style>
          <a:lnRef idx="2">
            <a:schemeClr val="accent1"/>
          </a:lnRef>
          <a:fillRef idx="0">
            <a:schemeClr val="accent1"/>
          </a:fillRef>
          <a:effectRef idx="1">
            <a:schemeClr val="accent1"/>
          </a:effectRef>
          <a:fontRef idx="minor">
            <a:schemeClr val="tx1"/>
          </a:fontRef>
        </p:style>
      </p:cxnSp>
      <p:sp>
        <p:nvSpPr>
          <p:cNvPr id="68" name="Oval 67">
            <a:extLst>
              <a:ext uri="{FF2B5EF4-FFF2-40B4-BE49-F238E27FC236}">
                <a16:creationId xmlns:a16="http://schemas.microsoft.com/office/drawing/2014/main" id="{440FA9FE-A480-CE96-DE25-40FEE375CDC3}"/>
              </a:ext>
            </a:extLst>
          </p:cNvPr>
          <p:cNvSpPr/>
          <p:nvPr/>
        </p:nvSpPr>
        <p:spPr>
          <a:xfrm>
            <a:off x="3852750" y="5022602"/>
            <a:ext cx="563418" cy="376686"/>
          </a:xfrm>
          <a:prstGeom prst="ellipse">
            <a:avLst/>
          </a:prstGeom>
        </p:spPr>
        <p:style>
          <a:lnRef idx="3">
            <a:schemeClr val="lt1"/>
          </a:lnRef>
          <a:fillRef idx="1">
            <a:schemeClr val="accent2"/>
          </a:fillRef>
          <a:effectRef idx="1">
            <a:schemeClr val="accent2"/>
          </a:effectRef>
          <a:fontRef idx="minor">
            <a:schemeClr val="lt1"/>
          </a:fontRef>
        </p:style>
        <p:txBody>
          <a:bodyPr rtlCol="0" anchor="ctr"/>
          <a:lstStyle/>
          <a:p>
            <a:pPr algn="ctr"/>
            <a:r>
              <a:rPr lang="en-US" dirty="0"/>
              <a:t>3</a:t>
            </a:r>
          </a:p>
        </p:txBody>
      </p:sp>
      <p:sp>
        <p:nvSpPr>
          <p:cNvPr id="70" name="Oval 69">
            <a:extLst>
              <a:ext uri="{FF2B5EF4-FFF2-40B4-BE49-F238E27FC236}">
                <a16:creationId xmlns:a16="http://schemas.microsoft.com/office/drawing/2014/main" id="{83E7C87D-BFC2-29C9-1031-D0EFD8560C1A}"/>
              </a:ext>
            </a:extLst>
          </p:cNvPr>
          <p:cNvSpPr/>
          <p:nvPr/>
        </p:nvSpPr>
        <p:spPr>
          <a:xfrm>
            <a:off x="2066042" y="5001562"/>
            <a:ext cx="563418" cy="376686"/>
          </a:xfrm>
          <a:prstGeom prst="ellipse">
            <a:avLst/>
          </a:prstGeom>
        </p:spPr>
        <p:style>
          <a:lnRef idx="3">
            <a:schemeClr val="lt1"/>
          </a:lnRef>
          <a:fillRef idx="1">
            <a:schemeClr val="accent2"/>
          </a:fillRef>
          <a:effectRef idx="1">
            <a:schemeClr val="accent2"/>
          </a:effectRef>
          <a:fontRef idx="minor">
            <a:schemeClr val="lt1"/>
          </a:fontRef>
        </p:style>
        <p:txBody>
          <a:bodyPr rtlCol="0" anchor="ctr"/>
          <a:lstStyle/>
          <a:p>
            <a:pPr algn="ctr"/>
            <a:r>
              <a:rPr lang="en-US" dirty="0"/>
              <a:t>1</a:t>
            </a:r>
          </a:p>
        </p:txBody>
      </p:sp>
      <p:sp>
        <p:nvSpPr>
          <p:cNvPr id="72" name="Oval 71">
            <a:extLst>
              <a:ext uri="{FF2B5EF4-FFF2-40B4-BE49-F238E27FC236}">
                <a16:creationId xmlns:a16="http://schemas.microsoft.com/office/drawing/2014/main" id="{67FFE209-676E-3300-D44E-82E74CCE6478}"/>
              </a:ext>
            </a:extLst>
          </p:cNvPr>
          <p:cNvSpPr/>
          <p:nvPr/>
        </p:nvSpPr>
        <p:spPr>
          <a:xfrm>
            <a:off x="3815837" y="3777000"/>
            <a:ext cx="563418" cy="376686"/>
          </a:xfrm>
          <a:prstGeom prst="ellipse">
            <a:avLst/>
          </a:prstGeom>
        </p:spPr>
        <p:style>
          <a:lnRef idx="3">
            <a:schemeClr val="lt1"/>
          </a:lnRef>
          <a:fillRef idx="1">
            <a:schemeClr val="accent2"/>
          </a:fillRef>
          <a:effectRef idx="1">
            <a:schemeClr val="accent2"/>
          </a:effectRef>
          <a:fontRef idx="minor">
            <a:schemeClr val="lt1"/>
          </a:fontRef>
        </p:style>
        <p:txBody>
          <a:bodyPr rtlCol="0" anchor="ctr"/>
          <a:lstStyle/>
          <a:p>
            <a:pPr algn="ctr"/>
            <a:r>
              <a:rPr lang="en-US" dirty="0"/>
              <a:t>4</a:t>
            </a:r>
          </a:p>
        </p:txBody>
      </p:sp>
      <p:sp>
        <p:nvSpPr>
          <p:cNvPr id="74" name="Oval 73">
            <a:extLst>
              <a:ext uri="{FF2B5EF4-FFF2-40B4-BE49-F238E27FC236}">
                <a16:creationId xmlns:a16="http://schemas.microsoft.com/office/drawing/2014/main" id="{F2321283-0CC1-1DD1-3E0F-67715A7FF27A}"/>
              </a:ext>
            </a:extLst>
          </p:cNvPr>
          <p:cNvSpPr/>
          <p:nvPr/>
        </p:nvSpPr>
        <p:spPr>
          <a:xfrm>
            <a:off x="2401040" y="3759198"/>
            <a:ext cx="563418" cy="376686"/>
          </a:xfrm>
          <a:prstGeom prst="ellipse">
            <a:avLst/>
          </a:prstGeom>
        </p:spPr>
        <p:style>
          <a:lnRef idx="3">
            <a:schemeClr val="lt1"/>
          </a:lnRef>
          <a:fillRef idx="1">
            <a:schemeClr val="accent2"/>
          </a:fillRef>
          <a:effectRef idx="1">
            <a:schemeClr val="accent2"/>
          </a:effectRef>
          <a:fontRef idx="minor">
            <a:schemeClr val="lt1"/>
          </a:fontRef>
        </p:style>
        <p:txBody>
          <a:bodyPr rtlCol="0" anchor="ctr"/>
          <a:lstStyle/>
          <a:p>
            <a:pPr algn="ctr"/>
            <a:r>
              <a:rPr lang="en-US" dirty="0"/>
              <a:t>2</a:t>
            </a:r>
          </a:p>
        </p:txBody>
      </p:sp>
      <p:sp>
        <p:nvSpPr>
          <p:cNvPr id="76" name="Oval 75">
            <a:extLst>
              <a:ext uri="{FF2B5EF4-FFF2-40B4-BE49-F238E27FC236}">
                <a16:creationId xmlns:a16="http://schemas.microsoft.com/office/drawing/2014/main" id="{0CC54253-1663-01F1-57C2-E202E0CBDAE2}"/>
              </a:ext>
            </a:extLst>
          </p:cNvPr>
          <p:cNvSpPr/>
          <p:nvPr/>
        </p:nvSpPr>
        <p:spPr>
          <a:xfrm>
            <a:off x="3189887" y="2036994"/>
            <a:ext cx="563418" cy="376686"/>
          </a:xfrm>
          <a:prstGeom prst="ellipse">
            <a:avLst/>
          </a:prstGeom>
        </p:spPr>
        <p:style>
          <a:lnRef idx="3">
            <a:schemeClr val="lt1"/>
          </a:lnRef>
          <a:fillRef idx="1">
            <a:schemeClr val="accent2"/>
          </a:fillRef>
          <a:effectRef idx="1">
            <a:schemeClr val="accent2"/>
          </a:effectRef>
          <a:fontRef idx="minor">
            <a:schemeClr val="lt1"/>
          </a:fontRef>
        </p:style>
        <p:txBody>
          <a:bodyPr rtlCol="0" anchor="ctr"/>
          <a:lstStyle/>
          <a:p>
            <a:pPr algn="ctr"/>
            <a:r>
              <a:rPr lang="en-US" dirty="0"/>
              <a:t>5</a:t>
            </a:r>
          </a:p>
        </p:txBody>
      </p:sp>
      <p:sp>
        <p:nvSpPr>
          <p:cNvPr id="78" name="Oval 77">
            <a:extLst>
              <a:ext uri="{FF2B5EF4-FFF2-40B4-BE49-F238E27FC236}">
                <a16:creationId xmlns:a16="http://schemas.microsoft.com/office/drawing/2014/main" id="{67DDCA65-02E8-2B96-22E4-834851497192}"/>
              </a:ext>
            </a:extLst>
          </p:cNvPr>
          <p:cNvSpPr/>
          <p:nvPr/>
        </p:nvSpPr>
        <p:spPr>
          <a:xfrm>
            <a:off x="11138276" y="5133260"/>
            <a:ext cx="674254" cy="532093"/>
          </a:xfrm>
          <a:prstGeom prst="ellipse">
            <a:avLst/>
          </a:prstGeom>
        </p:spPr>
        <p:style>
          <a:lnRef idx="3">
            <a:schemeClr val="lt1"/>
          </a:lnRef>
          <a:fillRef idx="1">
            <a:schemeClr val="accent2"/>
          </a:fillRef>
          <a:effectRef idx="1">
            <a:schemeClr val="accent2"/>
          </a:effectRef>
          <a:fontRef idx="minor">
            <a:schemeClr val="lt1"/>
          </a:fontRef>
        </p:style>
        <p:txBody>
          <a:bodyPr rtlCol="0" anchor="ctr"/>
          <a:lstStyle/>
          <a:p>
            <a:pPr algn="ctr"/>
            <a:r>
              <a:rPr lang="en-US" dirty="0"/>
              <a:t>10</a:t>
            </a:r>
          </a:p>
        </p:txBody>
      </p:sp>
      <p:sp>
        <p:nvSpPr>
          <p:cNvPr id="80" name="Oval 79">
            <a:extLst>
              <a:ext uri="{FF2B5EF4-FFF2-40B4-BE49-F238E27FC236}">
                <a16:creationId xmlns:a16="http://schemas.microsoft.com/office/drawing/2014/main" id="{01993EEE-68D1-E68B-5D11-374FF7D6906F}"/>
              </a:ext>
            </a:extLst>
          </p:cNvPr>
          <p:cNvSpPr/>
          <p:nvPr/>
        </p:nvSpPr>
        <p:spPr>
          <a:xfrm>
            <a:off x="9516647" y="5131498"/>
            <a:ext cx="563418" cy="376686"/>
          </a:xfrm>
          <a:prstGeom prst="ellipse">
            <a:avLst/>
          </a:prstGeom>
        </p:spPr>
        <p:style>
          <a:lnRef idx="3">
            <a:schemeClr val="lt1"/>
          </a:lnRef>
          <a:fillRef idx="1">
            <a:schemeClr val="accent2"/>
          </a:fillRef>
          <a:effectRef idx="1">
            <a:schemeClr val="accent2"/>
          </a:effectRef>
          <a:fontRef idx="minor">
            <a:schemeClr val="lt1"/>
          </a:fontRef>
        </p:style>
        <p:txBody>
          <a:bodyPr rtlCol="0" anchor="ctr"/>
          <a:lstStyle/>
          <a:p>
            <a:pPr algn="ctr"/>
            <a:r>
              <a:rPr lang="en-US" dirty="0"/>
              <a:t>9</a:t>
            </a:r>
          </a:p>
        </p:txBody>
      </p:sp>
      <p:sp>
        <p:nvSpPr>
          <p:cNvPr id="82" name="Oval 81">
            <a:extLst>
              <a:ext uri="{FF2B5EF4-FFF2-40B4-BE49-F238E27FC236}">
                <a16:creationId xmlns:a16="http://schemas.microsoft.com/office/drawing/2014/main" id="{52B67C2E-F460-88FB-A039-293FB2974EB1}"/>
              </a:ext>
            </a:extLst>
          </p:cNvPr>
          <p:cNvSpPr/>
          <p:nvPr/>
        </p:nvSpPr>
        <p:spPr>
          <a:xfrm>
            <a:off x="7681222" y="4961082"/>
            <a:ext cx="563418" cy="376686"/>
          </a:xfrm>
          <a:prstGeom prst="ellipse">
            <a:avLst/>
          </a:prstGeom>
        </p:spPr>
        <p:style>
          <a:lnRef idx="3">
            <a:schemeClr val="lt1"/>
          </a:lnRef>
          <a:fillRef idx="1">
            <a:schemeClr val="accent2"/>
          </a:fillRef>
          <a:effectRef idx="1">
            <a:schemeClr val="accent2"/>
          </a:effectRef>
          <a:fontRef idx="minor">
            <a:schemeClr val="lt1"/>
          </a:fontRef>
        </p:style>
        <p:txBody>
          <a:bodyPr rtlCol="0" anchor="ctr"/>
          <a:lstStyle/>
          <a:p>
            <a:pPr algn="ctr"/>
            <a:r>
              <a:rPr lang="en-US" dirty="0"/>
              <a:t>7</a:t>
            </a:r>
          </a:p>
        </p:txBody>
      </p:sp>
      <p:sp>
        <p:nvSpPr>
          <p:cNvPr id="84" name="Oval 83">
            <a:extLst>
              <a:ext uri="{FF2B5EF4-FFF2-40B4-BE49-F238E27FC236}">
                <a16:creationId xmlns:a16="http://schemas.microsoft.com/office/drawing/2014/main" id="{A36F9B0D-D1A1-91C5-7258-79064C288948}"/>
              </a:ext>
            </a:extLst>
          </p:cNvPr>
          <p:cNvSpPr/>
          <p:nvPr/>
        </p:nvSpPr>
        <p:spPr>
          <a:xfrm>
            <a:off x="6085639" y="4902938"/>
            <a:ext cx="563418" cy="376686"/>
          </a:xfrm>
          <a:prstGeom prst="ellipse">
            <a:avLst/>
          </a:prstGeom>
        </p:spPr>
        <p:style>
          <a:lnRef idx="3">
            <a:schemeClr val="lt1"/>
          </a:lnRef>
          <a:fillRef idx="1">
            <a:schemeClr val="accent2"/>
          </a:fillRef>
          <a:effectRef idx="1">
            <a:schemeClr val="accent2"/>
          </a:effectRef>
          <a:fontRef idx="minor">
            <a:schemeClr val="lt1"/>
          </a:fontRef>
        </p:style>
        <p:txBody>
          <a:bodyPr rtlCol="0" anchor="ctr"/>
          <a:lstStyle/>
          <a:p>
            <a:pPr algn="ctr"/>
            <a:r>
              <a:rPr lang="en-US" dirty="0"/>
              <a:t>6</a:t>
            </a:r>
          </a:p>
        </p:txBody>
      </p:sp>
      <p:sp>
        <p:nvSpPr>
          <p:cNvPr id="86" name="Oval 85">
            <a:extLst>
              <a:ext uri="{FF2B5EF4-FFF2-40B4-BE49-F238E27FC236}">
                <a16:creationId xmlns:a16="http://schemas.microsoft.com/office/drawing/2014/main" id="{2A51E7E1-E2DD-015A-8567-0BD78E9ED190}"/>
              </a:ext>
            </a:extLst>
          </p:cNvPr>
          <p:cNvSpPr/>
          <p:nvPr/>
        </p:nvSpPr>
        <p:spPr>
          <a:xfrm>
            <a:off x="7164981" y="3834093"/>
            <a:ext cx="563418" cy="376686"/>
          </a:xfrm>
          <a:prstGeom prst="ellipse">
            <a:avLst/>
          </a:prstGeom>
        </p:spPr>
        <p:style>
          <a:lnRef idx="3">
            <a:schemeClr val="lt1"/>
          </a:lnRef>
          <a:fillRef idx="1">
            <a:schemeClr val="accent2"/>
          </a:fillRef>
          <a:effectRef idx="1">
            <a:schemeClr val="accent2"/>
          </a:effectRef>
          <a:fontRef idx="minor">
            <a:schemeClr val="lt1"/>
          </a:fontRef>
        </p:style>
        <p:txBody>
          <a:bodyPr rtlCol="0" anchor="ctr"/>
          <a:lstStyle/>
          <a:p>
            <a:pPr algn="ctr"/>
            <a:r>
              <a:rPr lang="en-US" dirty="0"/>
              <a:t>8</a:t>
            </a:r>
          </a:p>
        </p:txBody>
      </p:sp>
      <p:sp>
        <p:nvSpPr>
          <p:cNvPr id="88" name="Oval 87">
            <a:extLst>
              <a:ext uri="{FF2B5EF4-FFF2-40B4-BE49-F238E27FC236}">
                <a16:creationId xmlns:a16="http://schemas.microsoft.com/office/drawing/2014/main" id="{BC7752C7-74AC-8A0A-C030-EDF3F6F95B80}"/>
              </a:ext>
            </a:extLst>
          </p:cNvPr>
          <p:cNvSpPr/>
          <p:nvPr/>
        </p:nvSpPr>
        <p:spPr>
          <a:xfrm>
            <a:off x="10490070" y="3900054"/>
            <a:ext cx="674253" cy="376686"/>
          </a:xfrm>
          <a:prstGeom prst="ellipse">
            <a:avLst/>
          </a:prstGeom>
        </p:spPr>
        <p:style>
          <a:lnRef idx="3">
            <a:schemeClr val="lt1"/>
          </a:lnRef>
          <a:fillRef idx="1">
            <a:schemeClr val="accent2"/>
          </a:fillRef>
          <a:effectRef idx="1">
            <a:schemeClr val="accent2"/>
          </a:effectRef>
          <a:fontRef idx="minor">
            <a:schemeClr val="lt1"/>
          </a:fontRef>
        </p:style>
        <p:txBody>
          <a:bodyPr rtlCol="0" anchor="ctr"/>
          <a:lstStyle/>
          <a:p>
            <a:pPr algn="ctr"/>
            <a:r>
              <a:rPr lang="en-US" dirty="0"/>
              <a:t>11</a:t>
            </a:r>
          </a:p>
        </p:txBody>
      </p:sp>
      <p:sp>
        <p:nvSpPr>
          <p:cNvPr id="90" name="Oval 89">
            <a:extLst>
              <a:ext uri="{FF2B5EF4-FFF2-40B4-BE49-F238E27FC236}">
                <a16:creationId xmlns:a16="http://schemas.microsoft.com/office/drawing/2014/main" id="{00698D61-4681-B78B-89D1-3C7B5707FCC8}"/>
              </a:ext>
            </a:extLst>
          </p:cNvPr>
          <p:cNvSpPr/>
          <p:nvPr/>
        </p:nvSpPr>
        <p:spPr>
          <a:xfrm>
            <a:off x="8460510" y="2639925"/>
            <a:ext cx="685929" cy="376686"/>
          </a:xfrm>
          <a:prstGeom prst="ellipse">
            <a:avLst/>
          </a:prstGeom>
        </p:spPr>
        <p:style>
          <a:lnRef idx="3">
            <a:schemeClr val="lt1"/>
          </a:lnRef>
          <a:fillRef idx="1">
            <a:schemeClr val="accent2"/>
          </a:fillRef>
          <a:effectRef idx="1">
            <a:schemeClr val="accent2"/>
          </a:effectRef>
          <a:fontRef idx="minor">
            <a:schemeClr val="lt1"/>
          </a:fontRef>
        </p:style>
        <p:txBody>
          <a:bodyPr rtlCol="0" anchor="ctr"/>
          <a:lstStyle/>
          <a:p>
            <a:pPr algn="ctr"/>
            <a:r>
              <a:rPr lang="en-US" dirty="0"/>
              <a:t>12</a:t>
            </a:r>
          </a:p>
        </p:txBody>
      </p:sp>
      <p:sp>
        <p:nvSpPr>
          <p:cNvPr id="92" name="Oval 91">
            <a:extLst>
              <a:ext uri="{FF2B5EF4-FFF2-40B4-BE49-F238E27FC236}">
                <a16:creationId xmlns:a16="http://schemas.microsoft.com/office/drawing/2014/main" id="{2460E3A5-2470-2C22-6C36-F21FE7A297F6}"/>
              </a:ext>
            </a:extLst>
          </p:cNvPr>
          <p:cNvSpPr/>
          <p:nvPr/>
        </p:nvSpPr>
        <p:spPr>
          <a:xfrm>
            <a:off x="5800435" y="1316827"/>
            <a:ext cx="706583" cy="376686"/>
          </a:xfrm>
          <a:prstGeom prst="ellipse">
            <a:avLst/>
          </a:prstGeom>
        </p:spPr>
        <p:style>
          <a:lnRef idx="3">
            <a:schemeClr val="lt1"/>
          </a:lnRef>
          <a:fillRef idx="1">
            <a:schemeClr val="accent2"/>
          </a:fillRef>
          <a:effectRef idx="1">
            <a:schemeClr val="accent2"/>
          </a:effectRef>
          <a:fontRef idx="minor">
            <a:schemeClr val="lt1"/>
          </a:fontRef>
        </p:style>
        <p:txBody>
          <a:bodyPr rtlCol="0" anchor="ctr"/>
          <a:lstStyle/>
          <a:p>
            <a:pPr algn="ctr"/>
            <a:r>
              <a:rPr lang="en-US" dirty="0"/>
              <a:t>13</a:t>
            </a:r>
          </a:p>
        </p:txBody>
      </p:sp>
      <p:sp>
        <p:nvSpPr>
          <p:cNvPr id="93" name="TextBox 92">
            <a:extLst>
              <a:ext uri="{FF2B5EF4-FFF2-40B4-BE49-F238E27FC236}">
                <a16:creationId xmlns:a16="http://schemas.microsoft.com/office/drawing/2014/main" id="{49ACCAB5-8E99-94A0-D28C-A293777AC2C6}"/>
              </a:ext>
            </a:extLst>
          </p:cNvPr>
          <p:cNvSpPr txBox="1"/>
          <p:nvPr/>
        </p:nvSpPr>
        <p:spPr>
          <a:xfrm>
            <a:off x="1124699" y="5852490"/>
            <a:ext cx="9254005" cy="1015663"/>
          </a:xfrm>
          <a:prstGeom prst="rect">
            <a:avLst/>
          </a:prstGeom>
          <a:noFill/>
        </p:spPr>
        <p:txBody>
          <a:bodyPr wrap="square" rtlCol="0">
            <a:spAutoFit/>
          </a:bodyPr>
          <a:lstStyle/>
          <a:p>
            <a:r>
              <a:rPr lang="en-US" sz="3000" b="1" dirty="0"/>
              <a:t>                            </a:t>
            </a:r>
            <a:r>
              <a:rPr lang="en-US" sz="3000" b="1" dirty="0" err="1"/>
              <a:t>postorder</a:t>
            </a:r>
            <a:r>
              <a:rPr lang="en-US" sz="3000" b="1" dirty="0"/>
              <a:t> traversal </a:t>
            </a:r>
          </a:p>
          <a:p>
            <a:r>
              <a:rPr lang="en-US" sz="3000" b="1" dirty="0"/>
              <a:t> 27, 18, 47, 43, 31, 59, 68, 63, 79, 92, 86, 74, 52.</a:t>
            </a:r>
          </a:p>
        </p:txBody>
      </p:sp>
    </p:spTree>
    <p:extLst>
      <p:ext uri="{BB962C8B-B14F-4D97-AF65-F5344CB8AC3E}">
        <p14:creationId xmlns:p14="http://schemas.microsoft.com/office/powerpoint/2010/main" val="269107462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5EDC7436-DFE6-10D9-8963-AB97D417720E}"/>
              </a:ext>
            </a:extLst>
          </p:cNvPr>
          <p:cNvSpPr>
            <a:spLocks noGrp="1"/>
          </p:cNvSpPr>
          <p:nvPr>
            <p:ph idx="1"/>
          </p:nvPr>
        </p:nvSpPr>
        <p:spPr>
          <a:xfrm>
            <a:off x="838200" y="323273"/>
            <a:ext cx="10515600" cy="5853690"/>
          </a:xfrm>
        </p:spPr>
        <p:txBody>
          <a:bodyPr/>
          <a:lstStyle/>
          <a:p>
            <a:r>
              <a:rPr lang="en-US" b="1" dirty="0"/>
              <a:t>Postorder traversal follows the order Left → Right → Root.</a:t>
            </a:r>
            <a:r>
              <a:rPr lang="en-US" dirty="0"/>
              <a:t> This means we first visit all nodes in the left subtree, then visit all nodes in the right subtree, and finally visit the root node. For my BST, I start from 52 and first complete its entire left subtree. After that, I complete the right subtree, and finally visit 52. The final </a:t>
            </a:r>
            <a:r>
              <a:rPr lang="en-US" dirty="0" err="1"/>
              <a:t>postorder</a:t>
            </a:r>
            <a:r>
              <a:rPr lang="en-US" dirty="0"/>
              <a:t> traversal is </a:t>
            </a:r>
            <a:r>
              <a:rPr lang="en-US" b="1" dirty="0"/>
              <a:t>27 → 18 → 47 → 43 → 31 → 59 → 68 → 63 → 79 → 92 → 86 → 74 → 52</a:t>
            </a:r>
            <a:r>
              <a:rPr lang="en-US" dirty="0"/>
              <a:t>. In </a:t>
            </a:r>
            <a:r>
              <a:rPr lang="en-US" dirty="0" err="1"/>
              <a:t>postorder</a:t>
            </a:r>
            <a:r>
              <a:rPr lang="en-US" dirty="0"/>
              <a:t> traversal, a parent node is visited only after its children, which is why the main root </a:t>
            </a:r>
            <a:r>
              <a:rPr lang="en-US" b="1" dirty="0"/>
              <a:t>52 is visited last</a:t>
            </a:r>
            <a:r>
              <a:rPr lang="en-US" dirty="0"/>
              <a:t>.</a:t>
            </a:r>
          </a:p>
          <a:p>
            <a:r>
              <a:rPr lang="en-US" b="1" dirty="0"/>
              <a:t>Rule:</a:t>
            </a:r>
            <a:r>
              <a:rPr lang="en-US" dirty="0"/>
              <a:t> </a:t>
            </a:r>
            <a:r>
              <a:rPr lang="en-US" b="1" dirty="0"/>
              <a:t>LEFT → RIGHT → ROOT</a:t>
            </a:r>
            <a:endParaRPr lang="en-US" dirty="0"/>
          </a:p>
          <a:p>
            <a:pPr marL="0" indent="0">
              <a:buNone/>
            </a:pPr>
            <a:endParaRPr lang="en-US" dirty="0"/>
          </a:p>
        </p:txBody>
      </p:sp>
    </p:spTree>
    <p:extLst>
      <p:ext uri="{BB962C8B-B14F-4D97-AF65-F5344CB8AC3E}">
        <p14:creationId xmlns:p14="http://schemas.microsoft.com/office/powerpoint/2010/main" val="17048951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Object 1">
            <a:hlinkClick r:id="" action="ppaction://ole?verb=0"/>
            <a:extLst>
              <a:ext uri="{FF2B5EF4-FFF2-40B4-BE49-F238E27FC236}">
                <a16:creationId xmlns:a16="http://schemas.microsoft.com/office/drawing/2014/main" id="{9B3D6467-D34B-2699-E902-7F8AC9CB9327}"/>
              </a:ext>
            </a:extLst>
          </p:cNvPr>
          <p:cNvGraphicFramePr>
            <a:graphicFrameLocks noChangeAspect="1"/>
          </p:cNvGraphicFramePr>
          <p:nvPr>
            <p:extLst>
              <p:ext uri="{D42A27DB-BD31-4B8C-83A1-F6EECF244321}">
                <p14:modId xmlns:p14="http://schemas.microsoft.com/office/powerpoint/2010/main" val="3336654544"/>
              </p:ext>
            </p:extLst>
          </p:nvPr>
        </p:nvGraphicFramePr>
        <p:xfrm>
          <a:off x="98424" y="98425"/>
          <a:ext cx="11962511" cy="6728912"/>
        </p:xfrm>
        <a:graphic>
          <a:graphicData uri="http://schemas.openxmlformats.org/presentationml/2006/ole">
            <mc:AlternateContent xmlns:mc="http://schemas.openxmlformats.org/markup-compatibility/2006">
              <mc:Choice xmlns:v="urn:schemas-microsoft-com:vml" Requires="v">
                <p:oleObj name="Presentation" r:id="rId2" imgW="6096296" imgH="3429229" progId="PowerPoint.Show.12">
                  <p:embed/>
                </p:oleObj>
              </mc:Choice>
              <mc:Fallback>
                <p:oleObj name="Presentation" r:id="rId2" imgW="6096296" imgH="3429229" progId="PowerPoint.Show.12">
                  <p:embed/>
                  <p:pic>
                    <p:nvPicPr>
                      <p:cNvPr id="2" name="Object 1">
                        <a:hlinkClick r:id="" action="ppaction://ole?verb=0"/>
                        <a:extLst>
                          <a:ext uri="{FF2B5EF4-FFF2-40B4-BE49-F238E27FC236}">
                            <a16:creationId xmlns:a16="http://schemas.microsoft.com/office/drawing/2014/main" id="{9B3D6467-D34B-2699-E902-7F8AC9CB9327}"/>
                          </a:ext>
                        </a:extLst>
                      </p:cNvPr>
                      <p:cNvPicPr/>
                      <p:nvPr/>
                    </p:nvPicPr>
                    <p:blipFill>
                      <a:blip r:embed="rId3"/>
                      <a:stretch>
                        <a:fillRect/>
                      </a:stretch>
                    </p:blipFill>
                    <p:spPr>
                      <a:xfrm>
                        <a:off x="98424" y="98425"/>
                        <a:ext cx="11962511" cy="6728912"/>
                      </a:xfrm>
                      <a:prstGeom prst="rect">
                        <a:avLst/>
                      </a:prstGeom>
                    </p:spPr>
                  </p:pic>
                </p:oleObj>
              </mc:Fallback>
            </mc:AlternateContent>
          </a:graphicData>
        </a:graphic>
      </p:graphicFrame>
    </p:spTree>
    <p:extLst>
      <p:ext uri="{BB962C8B-B14F-4D97-AF65-F5344CB8AC3E}">
        <p14:creationId xmlns:p14="http://schemas.microsoft.com/office/powerpoint/2010/main" val="823820843"/>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351</TotalTime>
  <Words>1738</Words>
  <Application>Microsoft Office PowerPoint</Application>
  <PresentationFormat>Widescreen</PresentationFormat>
  <Paragraphs>232</Paragraphs>
  <Slides>20</Slides>
  <Notes>1</Notes>
  <HiddenSlides>0</HiddenSlides>
  <MMClips>0</MMClips>
  <ScaleCrop>false</ScaleCrop>
  <HeadingPairs>
    <vt:vector size="8" baseType="variant">
      <vt:variant>
        <vt:lpstr>Fonts Used</vt:lpstr>
      </vt:variant>
      <vt:variant>
        <vt:i4>3</vt:i4>
      </vt:variant>
      <vt:variant>
        <vt:lpstr>Theme</vt:lpstr>
      </vt:variant>
      <vt:variant>
        <vt:i4>1</vt:i4>
      </vt:variant>
      <vt:variant>
        <vt:lpstr>Embedded OLE Servers</vt:lpstr>
      </vt:variant>
      <vt:variant>
        <vt:i4>1</vt:i4>
      </vt:variant>
      <vt:variant>
        <vt:lpstr>Slide Titles</vt:lpstr>
      </vt:variant>
      <vt:variant>
        <vt:i4>20</vt:i4>
      </vt:variant>
    </vt:vector>
  </HeadingPairs>
  <TitlesOfParts>
    <vt:vector size="25" baseType="lpstr">
      <vt:lpstr>Aptos</vt:lpstr>
      <vt:lpstr>Aptos Display</vt:lpstr>
      <vt:lpstr>Arial</vt:lpstr>
      <vt:lpstr>Office Theme</vt:lpstr>
      <vt:lpstr>Microsoft PowerPoint Presentation</vt:lpstr>
      <vt:lpstr>PowerPoint Presentation</vt:lpstr>
      <vt:lpstr>PowerPoint Presentation</vt:lpstr>
      <vt:lpstr>Binary Tree vs. Binary Search Tree (BST)</vt:lpstr>
      <vt:lpstr>PowerPoint Presentation</vt:lpstr>
      <vt:lpstr>PowerPoint Presentation</vt:lpstr>
      <vt:lpstr>PowerPoint Presentation</vt:lpstr>
      <vt:lpstr>PowerPoint Presentation</vt:lpstr>
      <vt:lpstr>Binary Tree Terminology</vt:lpstr>
      <vt:lpstr>PowerPoint Presentation</vt:lpstr>
      <vt:lpstr>PowerPoint Presentation</vt:lpstr>
      <vt:lpstr>PowerPoint Presentation</vt:lpstr>
      <vt:lpstr>My Completed Binary Search Tree</vt:lpstr>
      <vt:lpstr>PowerPoint Presentation</vt:lpstr>
      <vt:lpstr>Inorder Traversal</vt:lpstr>
      <vt:lpstr>PowerPoint Presentation</vt:lpstr>
      <vt:lpstr>Preorder Traversal</vt:lpstr>
      <vt:lpstr>PowerPoint Presentation</vt:lpstr>
      <vt:lpstr>Postorder Traversal</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rushikesh nayak</dc:creator>
  <cp:lastModifiedBy>rushikesh nayak</cp:lastModifiedBy>
  <cp:revision>1</cp:revision>
  <dcterms:created xsi:type="dcterms:W3CDTF">2026-09-17T22:41:50Z</dcterms:created>
  <dcterms:modified xsi:type="dcterms:W3CDTF">2026-09-22T19:32:16Z</dcterms:modified>
</cp:coreProperties>
</file>