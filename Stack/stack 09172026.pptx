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1F662-94A2-4600-A87E-336FDE8AD22D}" v="2" dt="2026-09-22T19:33:10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nayak" userId="335f63fe9b7688ce" providerId="LiveId" clId="{CBEC0FC1-7493-40C3-9D22-C412FCBEBCB3}"/>
    <pc:docChg chg="undo custSel addSld modSld">
      <pc:chgData name="rushikesh nayak" userId="335f63fe9b7688ce" providerId="LiveId" clId="{CBEC0FC1-7493-40C3-9D22-C412FCBEBCB3}" dt="2026-09-22T19:33:10.865" v="2863" actId="14100"/>
      <pc:docMkLst>
        <pc:docMk/>
      </pc:docMkLst>
      <pc:sldChg chg="delSp modSp mod">
        <pc:chgData name="rushikesh nayak" userId="335f63fe9b7688ce" providerId="LiveId" clId="{CBEC0FC1-7493-40C3-9D22-C412FCBEBCB3}" dt="2026-09-17T21:01:43.584" v="2849" actId="20577"/>
        <pc:sldMkLst>
          <pc:docMk/>
          <pc:sldMk cId="670777734" sldId="256"/>
        </pc:sldMkLst>
        <pc:spChg chg="mod">
          <ac:chgData name="rushikesh nayak" userId="335f63fe9b7688ce" providerId="LiveId" clId="{CBEC0FC1-7493-40C3-9D22-C412FCBEBCB3}" dt="2026-09-17T21:01:43.584" v="2849" actId="20577"/>
          <ac:spMkLst>
            <pc:docMk/>
            <pc:sldMk cId="670777734" sldId="256"/>
            <ac:spMk id="3" creationId="{81F33C75-8F10-3E46-8743-1B1F4A4CD929}"/>
          </ac:spMkLst>
        </pc:spChg>
      </pc:sldChg>
      <pc:sldChg chg="delSp mod">
        <pc:chgData name="rushikesh nayak" userId="335f63fe9b7688ce" providerId="LiveId" clId="{CBEC0FC1-7493-40C3-9D22-C412FCBEBCB3}" dt="2026-09-17T19:40:54.583" v="1"/>
        <pc:sldMkLst>
          <pc:docMk/>
          <pc:sldMk cId="1771083580" sldId="258"/>
        </pc:sldMkLst>
      </pc:sldChg>
      <pc:sldChg chg="modSp new mod">
        <pc:chgData name="rushikesh nayak" userId="335f63fe9b7688ce" providerId="LiveId" clId="{CBEC0FC1-7493-40C3-9D22-C412FCBEBCB3}" dt="2026-09-18T23:29:59.569" v="2860"/>
        <pc:sldMkLst>
          <pc:docMk/>
          <pc:sldMk cId="2821588529" sldId="259"/>
        </pc:sldMkLst>
        <pc:spChg chg="mod">
          <ac:chgData name="rushikesh nayak" userId="335f63fe9b7688ce" providerId="LiveId" clId="{CBEC0FC1-7493-40C3-9D22-C412FCBEBCB3}" dt="2026-09-17T19:43:19.071" v="38" actId="1035"/>
          <ac:spMkLst>
            <pc:docMk/>
            <pc:sldMk cId="2821588529" sldId="259"/>
            <ac:spMk id="2" creationId="{43AEF822-02AD-466D-9E89-A0E37E642A35}"/>
          </ac:spMkLst>
        </pc:spChg>
        <pc:spChg chg="mod">
          <ac:chgData name="rushikesh nayak" userId="335f63fe9b7688ce" providerId="LiveId" clId="{CBEC0FC1-7493-40C3-9D22-C412FCBEBCB3}" dt="2026-09-18T23:29:59.569" v="2860"/>
          <ac:spMkLst>
            <pc:docMk/>
            <pc:sldMk cId="2821588529" sldId="259"/>
            <ac:spMk id="3" creationId="{83EE682D-8D11-8A51-B00D-35886287672A}"/>
          </ac:spMkLst>
        </pc:spChg>
      </pc:sldChg>
      <pc:sldChg chg="addSp delSp modSp new mod">
        <pc:chgData name="rushikesh nayak" userId="335f63fe9b7688ce" providerId="LiveId" clId="{CBEC0FC1-7493-40C3-9D22-C412FCBEBCB3}" dt="2026-09-17T20:18:03.940" v="1472" actId="20577"/>
        <pc:sldMkLst>
          <pc:docMk/>
          <pc:sldMk cId="715161667" sldId="260"/>
        </pc:sldMkLst>
        <pc:spChg chg="mod">
          <ac:chgData name="rushikesh nayak" userId="335f63fe9b7688ce" providerId="LiveId" clId="{CBEC0FC1-7493-40C3-9D22-C412FCBEBCB3}" dt="2026-09-17T19:54:50.843" v="864" actId="20577"/>
          <ac:spMkLst>
            <pc:docMk/>
            <pc:sldMk cId="715161667" sldId="260"/>
            <ac:spMk id="3" creationId="{D8671A2C-8E62-3E2A-EB4D-025F270F577C}"/>
          </ac:spMkLst>
        </pc:spChg>
        <pc:spChg chg="add mod">
          <ac:chgData name="rushikesh nayak" userId="335f63fe9b7688ce" providerId="LiveId" clId="{CBEC0FC1-7493-40C3-9D22-C412FCBEBCB3}" dt="2026-09-17T19:46:37.718" v="104" actId="13822"/>
          <ac:spMkLst>
            <pc:docMk/>
            <pc:sldMk cId="715161667" sldId="260"/>
            <ac:spMk id="4" creationId="{2173C3CE-A166-BCBA-BD49-BF058107665B}"/>
          </ac:spMkLst>
        </pc:spChg>
        <pc:spChg chg="add mod">
          <ac:chgData name="rushikesh nayak" userId="335f63fe9b7688ce" providerId="LiveId" clId="{CBEC0FC1-7493-40C3-9D22-C412FCBEBCB3}" dt="2026-09-17T19:47:11.336" v="114" actId="20577"/>
          <ac:spMkLst>
            <pc:docMk/>
            <pc:sldMk cId="715161667" sldId="260"/>
            <ac:spMk id="6" creationId="{9950389E-AE72-91A2-BC82-68715D7916B5}"/>
          </ac:spMkLst>
        </pc:spChg>
        <pc:spChg chg="add mod">
          <ac:chgData name="rushikesh nayak" userId="335f63fe9b7688ce" providerId="LiveId" clId="{CBEC0FC1-7493-40C3-9D22-C412FCBEBCB3}" dt="2026-09-17T19:47:07.666" v="112" actId="20577"/>
          <ac:spMkLst>
            <pc:docMk/>
            <pc:sldMk cId="715161667" sldId="260"/>
            <ac:spMk id="8" creationId="{D87076C7-024A-76EA-CA7A-3A87CEB79D1D}"/>
          </ac:spMkLst>
        </pc:spChg>
        <pc:spChg chg="add mod">
          <ac:chgData name="rushikesh nayak" userId="335f63fe9b7688ce" providerId="LiveId" clId="{CBEC0FC1-7493-40C3-9D22-C412FCBEBCB3}" dt="2026-09-17T20:18:03.940" v="1472" actId="20577"/>
          <ac:spMkLst>
            <pc:docMk/>
            <pc:sldMk cId="715161667" sldId="260"/>
            <ac:spMk id="9" creationId="{EF6F1028-2F9F-022A-5FC4-C8EB7BC5877D}"/>
          </ac:spMkLst>
        </pc:spChg>
        <pc:spChg chg="add mod">
          <ac:chgData name="rushikesh nayak" userId="335f63fe9b7688ce" providerId="LiveId" clId="{CBEC0FC1-7493-40C3-9D22-C412FCBEBCB3}" dt="2026-09-17T19:49:47.457" v="255" actId="20577"/>
          <ac:spMkLst>
            <pc:docMk/>
            <pc:sldMk cId="715161667" sldId="260"/>
            <ac:spMk id="11" creationId="{89C07918-D586-2618-5AE0-70A74B35742E}"/>
          </ac:spMkLst>
        </pc:spChg>
        <pc:spChg chg="add mod">
          <ac:chgData name="rushikesh nayak" userId="335f63fe9b7688ce" providerId="LiveId" clId="{CBEC0FC1-7493-40C3-9D22-C412FCBEBCB3}" dt="2026-09-17T19:49:45.170" v="253" actId="20577"/>
          <ac:spMkLst>
            <pc:docMk/>
            <pc:sldMk cId="715161667" sldId="260"/>
            <ac:spMk id="13" creationId="{75A1739F-777B-4E56-2D53-2D0345F72363}"/>
          </ac:spMkLst>
        </pc:spChg>
        <pc:spChg chg="add mod">
          <ac:chgData name="rushikesh nayak" userId="335f63fe9b7688ce" providerId="LiveId" clId="{CBEC0FC1-7493-40C3-9D22-C412FCBEBCB3}" dt="2026-09-17T19:49:42.510" v="251" actId="20577"/>
          <ac:spMkLst>
            <pc:docMk/>
            <pc:sldMk cId="715161667" sldId="260"/>
            <ac:spMk id="15" creationId="{EBDD966E-CD58-3C43-8014-99DC2A273090}"/>
          </ac:spMkLst>
        </pc:spChg>
        <pc:spChg chg="add mod">
          <ac:chgData name="rushikesh nayak" userId="335f63fe9b7688ce" providerId="LiveId" clId="{CBEC0FC1-7493-40C3-9D22-C412FCBEBCB3}" dt="2026-09-17T19:51:46.664" v="497" actId="1036"/>
          <ac:spMkLst>
            <pc:docMk/>
            <pc:sldMk cId="715161667" sldId="260"/>
            <ac:spMk id="16" creationId="{69F3A5D2-01B7-C5CB-D79E-E4E5217381CC}"/>
          </ac:spMkLst>
        </pc:spChg>
        <pc:spChg chg="add mod">
          <ac:chgData name="rushikesh nayak" userId="335f63fe9b7688ce" providerId="LiveId" clId="{CBEC0FC1-7493-40C3-9D22-C412FCBEBCB3}" dt="2026-09-17T19:52:18.733" v="534" actId="1035"/>
          <ac:spMkLst>
            <pc:docMk/>
            <pc:sldMk cId="715161667" sldId="260"/>
            <ac:spMk id="17" creationId="{603ABB53-8092-D6A3-B03B-AFEA4DB630E7}"/>
          </ac:spMkLst>
        </pc:spChg>
        <pc:spChg chg="add mod">
          <ac:chgData name="rushikesh nayak" userId="335f63fe9b7688ce" providerId="LiveId" clId="{CBEC0FC1-7493-40C3-9D22-C412FCBEBCB3}" dt="2026-09-17T19:55:02.544" v="868" actId="20577"/>
          <ac:spMkLst>
            <pc:docMk/>
            <pc:sldMk cId="715161667" sldId="260"/>
            <ac:spMk id="19" creationId="{23F67F72-364F-EB3D-960B-C7E54BA65E73}"/>
          </ac:spMkLst>
        </pc:spChg>
        <pc:spChg chg="add mod">
          <ac:chgData name="rushikesh nayak" userId="335f63fe9b7688ce" providerId="LiveId" clId="{CBEC0FC1-7493-40C3-9D22-C412FCBEBCB3}" dt="2026-09-17T19:54:59.504" v="866" actId="20577"/>
          <ac:spMkLst>
            <pc:docMk/>
            <pc:sldMk cId="715161667" sldId="260"/>
            <ac:spMk id="21" creationId="{1F4DB73B-7723-706F-5D0E-643AC6CFEAFD}"/>
          </ac:spMkLst>
        </pc:spChg>
        <pc:spChg chg="add mod">
          <ac:chgData name="rushikesh nayak" userId="335f63fe9b7688ce" providerId="LiveId" clId="{CBEC0FC1-7493-40C3-9D22-C412FCBEBCB3}" dt="2026-09-17T19:52:35.851" v="538" actId="1076"/>
          <ac:spMkLst>
            <pc:docMk/>
            <pc:sldMk cId="715161667" sldId="260"/>
            <ac:spMk id="23" creationId="{8A35B6AA-3E3A-9069-C4CD-C4EBEAB0F343}"/>
          </ac:spMkLst>
        </pc:spChg>
        <pc:spChg chg="add mod">
          <ac:chgData name="rushikesh nayak" userId="335f63fe9b7688ce" providerId="LiveId" clId="{CBEC0FC1-7493-40C3-9D22-C412FCBEBCB3}" dt="2026-09-17T19:54:06.163" v="855" actId="14100"/>
          <ac:spMkLst>
            <pc:docMk/>
            <pc:sldMk cId="715161667" sldId="260"/>
            <ac:spMk id="25" creationId="{57947DA2-2198-518C-52D8-4AF2D7E5FC19}"/>
          </ac:spMkLst>
        </pc:spChg>
        <pc:spChg chg="add mod">
          <ac:chgData name="rushikesh nayak" userId="335f63fe9b7688ce" providerId="LiveId" clId="{CBEC0FC1-7493-40C3-9D22-C412FCBEBCB3}" dt="2026-09-17T20:17:59.471" v="1466" actId="20577"/>
          <ac:spMkLst>
            <pc:docMk/>
            <pc:sldMk cId="715161667" sldId="260"/>
            <ac:spMk id="26" creationId="{FDDCD2F5-DF40-4CFF-4C8E-38C85B5B5390}"/>
          </ac:spMkLst>
        </pc:spChg>
        <pc:spChg chg="add mod">
          <ac:chgData name="rushikesh nayak" userId="335f63fe9b7688ce" providerId="LiveId" clId="{CBEC0FC1-7493-40C3-9D22-C412FCBEBCB3}" dt="2026-09-17T19:57:04.600" v="888" actId="14100"/>
          <ac:spMkLst>
            <pc:docMk/>
            <pc:sldMk cId="715161667" sldId="260"/>
            <ac:spMk id="27" creationId="{4D81CD21-0D9E-27B4-E259-591D3F554FE5}"/>
          </ac:spMkLst>
        </pc:spChg>
      </pc:sldChg>
      <pc:sldChg chg="modSp new mod">
        <pc:chgData name="rushikesh nayak" userId="335f63fe9b7688ce" providerId="LiveId" clId="{CBEC0FC1-7493-40C3-9D22-C412FCBEBCB3}" dt="2026-09-18T23:29:59.569" v="2860"/>
        <pc:sldMkLst>
          <pc:docMk/>
          <pc:sldMk cId="2500290247" sldId="261"/>
        </pc:sldMkLst>
        <pc:spChg chg="mod">
          <ac:chgData name="rushikesh nayak" userId="335f63fe9b7688ce" providerId="LiveId" clId="{CBEC0FC1-7493-40C3-9D22-C412FCBEBCB3}" dt="2026-09-17T19:57:53.397" v="897" actId="14100"/>
          <ac:spMkLst>
            <pc:docMk/>
            <pc:sldMk cId="2500290247" sldId="261"/>
            <ac:spMk id="2" creationId="{108D93B6-87F2-5302-B527-32A3F6A0EC88}"/>
          </ac:spMkLst>
        </pc:spChg>
        <pc:spChg chg="mod">
          <ac:chgData name="rushikesh nayak" userId="335f63fe9b7688ce" providerId="LiveId" clId="{CBEC0FC1-7493-40C3-9D22-C412FCBEBCB3}" dt="2026-09-18T23:29:59.569" v="2860"/>
          <ac:spMkLst>
            <pc:docMk/>
            <pc:sldMk cId="2500290247" sldId="261"/>
            <ac:spMk id="3" creationId="{1012A39E-B3CE-B89A-2ABE-4973BB23687E}"/>
          </ac:spMkLst>
        </pc:spChg>
      </pc:sldChg>
      <pc:sldChg chg="addSp delSp modSp new mod">
        <pc:chgData name="rushikesh nayak" userId="335f63fe9b7688ce" providerId="LiveId" clId="{CBEC0FC1-7493-40C3-9D22-C412FCBEBCB3}" dt="2026-09-17T20:15:41.315" v="1441" actId="1036"/>
        <pc:sldMkLst>
          <pc:docMk/>
          <pc:sldMk cId="3562370697" sldId="262"/>
        </pc:sldMkLst>
        <pc:spChg chg="mod">
          <ac:chgData name="rushikesh nayak" userId="335f63fe9b7688ce" providerId="LiveId" clId="{CBEC0FC1-7493-40C3-9D22-C412FCBEBCB3}" dt="2026-09-17T20:15:06.694" v="1365" actId="20577"/>
          <ac:spMkLst>
            <pc:docMk/>
            <pc:sldMk cId="3562370697" sldId="262"/>
            <ac:spMk id="3" creationId="{E7DFBB34-CA27-81B6-1105-B0C38E435B58}"/>
          </ac:spMkLst>
        </pc:spChg>
        <pc:spChg chg="add mod">
          <ac:chgData name="rushikesh nayak" userId="335f63fe9b7688ce" providerId="LiveId" clId="{CBEC0FC1-7493-40C3-9D22-C412FCBEBCB3}" dt="2026-09-17T20:14:16.140" v="1273" actId="1036"/>
          <ac:spMkLst>
            <pc:docMk/>
            <pc:sldMk cId="3562370697" sldId="262"/>
            <ac:spMk id="4" creationId="{0DFF61B7-ED8C-28C4-D18E-B92CDE8D2398}"/>
          </ac:spMkLst>
        </pc:spChg>
        <pc:spChg chg="add mod">
          <ac:chgData name="rushikesh nayak" userId="335f63fe9b7688ce" providerId="LiveId" clId="{CBEC0FC1-7493-40C3-9D22-C412FCBEBCB3}" dt="2026-09-17T20:13:55.764" v="1181" actId="1036"/>
          <ac:spMkLst>
            <pc:docMk/>
            <pc:sldMk cId="3562370697" sldId="262"/>
            <ac:spMk id="6" creationId="{E4390538-9CEA-8824-9232-16A338423209}"/>
          </ac:spMkLst>
        </pc:spChg>
        <pc:spChg chg="add mod">
          <ac:chgData name="rushikesh nayak" userId="335f63fe9b7688ce" providerId="LiveId" clId="{CBEC0FC1-7493-40C3-9D22-C412FCBEBCB3}" dt="2026-09-17T20:14:05.429" v="1226" actId="1036"/>
          <ac:spMkLst>
            <pc:docMk/>
            <pc:sldMk cId="3562370697" sldId="262"/>
            <ac:spMk id="8" creationId="{8BFAF239-D24A-7D5A-EA5E-D3C7349BA067}"/>
          </ac:spMkLst>
        </pc:spChg>
        <pc:spChg chg="add mod">
          <ac:chgData name="rushikesh nayak" userId="335f63fe9b7688ce" providerId="LiveId" clId="{CBEC0FC1-7493-40C3-9D22-C412FCBEBCB3}" dt="2026-09-17T20:15:00.677" v="1359" actId="1035"/>
          <ac:spMkLst>
            <pc:docMk/>
            <pc:sldMk cId="3562370697" sldId="262"/>
            <ac:spMk id="9" creationId="{6C233E4A-35B1-5161-983A-2754B187C085}"/>
          </ac:spMkLst>
        </pc:spChg>
        <pc:spChg chg="add mod">
          <ac:chgData name="rushikesh nayak" userId="335f63fe9b7688ce" providerId="LiveId" clId="{CBEC0FC1-7493-40C3-9D22-C412FCBEBCB3}" dt="2026-09-17T20:15:41.315" v="1441" actId="1036"/>
          <ac:spMkLst>
            <pc:docMk/>
            <pc:sldMk cId="3562370697" sldId="262"/>
            <ac:spMk id="10" creationId="{E51FE178-88D5-531C-1701-0D250BA1BB19}"/>
          </ac:spMkLst>
        </pc:spChg>
      </pc:sldChg>
      <pc:sldChg chg="delSp modSp new mod">
        <pc:chgData name="rushikesh nayak" userId="335f63fe9b7688ce" providerId="LiveId" clId="{CBEC0FC1-7493-40C3-9D22-C412FCBEBCB3}" dt="2026-09-17T20:16:51.640" v="1463" actId="20577"/>
        <pc:sldMkLst>
          <pc:docMk/>
          <pc:sldMk cId="1112893763" sldId="263"/>
        </pc:sldMkLst>
        <pc:spChg chg="mod">
          <ac:chgData name="rushikesh nayak" userId="335f63fe9b7688ce" providerId="LiveId" clId="{CBEC0FC1-7493-40C3-9D22-C412FCBEBCB3}" dt="2026-09-17T20:16:51.640" v="1463" actId="20577"/>
          <ac:spMkLst>
            <pc:docMk/>
            <pc:sldMk cId="1112893763" sldId="263"/>
            <ac:spMk id="3" creationId="{ED9D9A05-B6CA-0868-5C82-857D587AF7A1}"/>
          </ac:spMkLst>
        </pc:spChg>
      </pc:sldChg>
      <pc:sldChg chg="addSp modSp new mod">
        <pc:chgData name="rushikesh nayak" userId="335f63fe9b7688ce" providerId="LiveId" clId="{CBEC0FC1-7493-40C3-9D22-C412FCBEBCB3}" dt="2026-09-18T23:29:59.569" v="2860"/>
        <pc:sldMkLst>
          <pc:docMk/>
          <pc:sldMk cId="2105492282" sldId="264"/>
        </pc:sldMkLst>
        <pc:spChg chg="mod">
          <ac:chgData name="rushikesh nayak" userId="335f63fe9b7688ce" providerId="LiveId" clId="{CBEC0FC1-7493-40C3-9D22-C412FCBEBCB3}" dt="2026-09-17T20:21:05.637" v="1480" actId="115"/>
          <ac:spMkLst>
            <pc:docMk/>
            <pc:sldMk cId="2105492282" sldId="264"/>
            <ac:spMk id="2" creationId="{A81D7944-7D39-E345-FB60-3FB295684B42}"/>
          </ac:spMkLst>
        </pc:spChg>
        <pc:spChg chg="mod">
          <ac:chgData name="rushikesh nayak" userId="335f63fe9b7688ce" providerId="LiveId" clId="{CBEC0FC1-7493-40C3-9D22-C412FCBEBCB3}" dt="2026-09-18T23:29:59.569" v="2860"/>
          <ac:spMkLst>
            <pc:docMk/>
            <pc:sldMk cId="2105492282" sldId="264"/>
            <ac:spMk id="3" creationId="{527CB029-43A9-2858-B5BF-787CB138595A}"/>
          </ac:spMkLst>
        </pc:spChg>
        <pc:spChg chg="add mod">
          <ac:chgData name="rushikesh nayak" userId="335f63fe9b7688ce" providerId="LiveId" clId="{CBEC0FC1-7493-40C3-9D22-C412FCBEBCB3}" dt="2026-09-17T20:27:56.890" v="1634" actId="1035"/>
          <ac:spMkLst>
            <pc:docMk/>
            <pc:sldMk cId="2105492282" sldId="264"/>
            <ac:spMk id="4" creationId="{E7172BF5-124B-936A-F6B0-AD5A260E62B9}"/>
          </ac:spMkLst>
        </pc:spChg>
        <pc:spChg chg="add mod">
          <ac:chgData name="rushikesh nayak" userId="335f63fe9b7688ce" providerId="LiveId" clId="{CBEC0FC1-7493-40C3-9D22-C412FCBEBCB3}" dt="2026-09-17T20:29:15.385" v="1654" actId="20577"/>
          <ac:spMkLst>
            <pc:docMk/>
            <pc:sldMk cId="2105492282" sldId="264"/>
            <ac:spMk id="5" creationId="{B669B8AB-815E-5360-115D-4B3B51C86823}"/>
          </ac:spMkLst>
        </pc:spChg>
        <pc:spChg chg="add mod">
          <ac:chgData name="rushikesh nayak" userId="335f63fe9b7688ce" providerId="LiveId" clId="{CBEC0FC1-7493-40C3-9D22-C412FCBEBCB3}" dt="2026-09-17T20:29:12.772" v="1652" actId="20577"/>
          <ac:spMkLst>
            <pc:docMk/>
            <pc:sldMk cId="2105492282" sldId="264"/>
            <ac:spMk id="7" creationId="{00E3540C-203C-8057-E143-0A4EC0BE880B}"/>
          </ac:spMkLst>
        </pc:spChg>
        <pc:spChg chg="add mod">
          <ac:chgData name="rushikesh nayak" userId="335f63fe9b7688ce" providerId="LiveId" clId="{CBEC0FC1-7493-40C3-9D22-C412FCBEBCB3}" dt="2026-09-17T20:29:08.598" v="1650" actId="20577"/>
          <ac:spMkLst>
            <pc:docMk/>
            <pc:sldMk cId="2105492282" sldId="264"/>
            <ac:spMk id="9" creationId="{1EDC39B7-2FF7-F4C1-C28C-B318EBB9231D}"/>
          </ac:spMkLst>
        </pc:spChg>
        <pc:spChg chg="add mod">
          <ac:chgData name="rushikesh nayak" userId="335f63fe9b7688ce" providerId="LiveId" clId="{CBEC0FC1-7493-40C3-9D22-C412FCBEBCB3}" dt="2026-09-17T20:30:11.640" v="1666" actId="20577"/>
          <ac:spMkLst>
            <pc:docMk/>
            <pc:sldMk cId="2105492282" sldId="264"/>
            <ac:spMk id="10" creationId="{D35CDAA7-0A53-1E55-D902-F53018FF69A9}"/>
          </ac:spMkLst>
        </pc:spChg>
        <pc:spChg chg="add mod">
          <ac:chgData name="rushikesh nayak" userId="335f63fe9b7688ce" providerId="LiveId" clId="{CBEC0FC1-7493-40C3-9D22-C412FCBEBCB3}" dt="2026-09-17T20:30:18.018" v="1668" actId="1076"/>
          <ac:spMkLst>
            <pc:docMk/>
            <pc:sldMk cId="2105492282" sldId="264"/>
            <ac:spMk id="12" creationId="{631562E8-2D6E-46C5-1ADC-4D27E3401BB9}"/>
          </ac:spMkLst>
        </pc:spChg>
      </pc:sldChg>
      <pc:sldChg chg="addSp delSp modSp new mod">
        <pc:chgData name="rushikesh nayak" userId="335f63fe9b7688ce" providerId="LiveId" clId="{CBEC0FC1-7493-40C3-9D22-C412FCBEBCB3}" dt="2026-09-18T23:29:59.569" v="2860"/>
        <pc:sldMkLst>
          <pc:docMk/>
          <pc:sldMk cId="1485931807" sldId="265"/>
        </pc:sldMkLst>
        <pc:spChg chg="mod">
          <ac:chgData name="rushikesh nayak" userId="335f63fe9b7688ce" providerId="LiveId" clId="{CBEC0FC1-7493-40C3-9D22-C412FCBEBCB3}" dt="2026-09-18T23:29:59.569" v="2860"/>
          <ac:spMkLst>
            <pc:docMk/>
            <pc:sldMk cId="1485931807" sldId="265"/>
            <ac:spMk id="2" creationId="{38CC5118-1997-D00D-8C7B-0BB31040A5C1}"/>
          </ac:spMkLst>
        </pc:spChg>
        <pc:spChg chg="mod">
          <ac:chgData name="rushikesh nayak" userId="335f63fe9b7688ce" providerId="LiveId" clId="{CBEC0FC1-7493-40C3-9D22-C412FCBEBCB3}" dt="2026-09-17T20:35:54.471" v="1981" actId="255"/>
          <ac:spMkLst>
            <pc:docMk/>
            <pc:sldMk cId="1485931807" sldId="265"/>
            <ac:spMk id="3" creationId="{0F2A806A-0045-1B49-706D-35899FF1ED30}"/>
          </ac:spMkLst>
        </pc:spChg>
        <pc:spChg chg="add mod">
          <ac:chgData name="rushikesh nayak" userId="335f63fe9b7688ce" providerId="LiveId" clId="{CBEC0FC1-7493-40C3-9D22-C412FCBEBCB3}" dt="2026-09-17T20:35:11.745" v="1960" actId="13822"/>
          <ac:spMkLst>
            <pc:docMk/>
            <pc:sldMk cId="1485931807" sldId="265"/>
            <ac:spMk id="4" creationId="{87361445-86BD-11C0-FF16-CF63A29AF582}"/>
          </ac:spMkLst>
        </pc:spChg>
        <pc:spChg chg="add mod">
          <ac:chgData name="rushikesh nayak" userId="335f63fe9b7688ce" providerId="LiveId" clId="{CBEC0FC1-7493-40C3-9D22-C412FCBEBCB3}" dt="2026-09-17T20:35:24.031" v="1966" actId="1076"/>
          <ac:spMkLst>
            <pc:docMk/>
            <pc:sldMk cId="1485931807" sldId="265"/>
            <ac:spMk id="6" creationId="{9796F5C1-D7C9-63E5-47C4-1E7195447D9E}"/>
          </ac:spMkLst>
        </pc:spChg>
        <pc:spChg chg="add mod">
          <ac:chgData name="rushikesh nayak" userId="335f63fe9b7688ce" providerId="LiveId" clId="{CBEC0FC1-7493-40C3-9D22-C412FCBEBCB3}" dt="2026-09-17T20:35:20.540" v="1965" actId="1076"/>
          <ac:spMkLst>
            <pc:docMk/>
            <pc:sldMk cId="1485931807" sldId="265"/>
            <ac:spMk id="8" creationId="{A0E09D47-4ACC-A52B-D997-7A122EC04685}"/>
          </ac:spMkLst>
        </pc:spChg>
        <pc:spChg chg="add mod">
          <ac:chgData name="rushikesh nayak" userId="335f63fe9b7688ce" providerId="LiveId" clId="{CBEC0FC1-7493-40C3-9D22-C412FCBEBCB3}" dt="2026-09-17T20:36:46.321" v="1990" actId="1076"/>
          <ac:spMkLst>
            <pc:docMk/>
            <pc:sldMk cId="1485931807" sldId="265"/>
            <ac:spMk id="9" creationId="{8898C033-C976-C432-4E50-0167CEF6F5DA}"/>
          </ac:spMkLst>
        </pc:spChg>
        <pc:spChg chg="add mod">
          <ac:chgData name="rushikesh nayak" userId="335f63fe9b7688ce" providerId="LiveId" clId="{CBEC0FC1-7493-40C3-9D22-C412FCBEBCB3}" dt="2026-09-17T20:37:33.121" v="1995" actId="1076"/>
          <ac:spMkLst>
            <pc:docMk/>
            <pc:sldMk cId="1485931807" sldId="265"/>
            <ac:spMk id="11" creationId="{6CCB1736-55D3-18B2-5741-4DDED99BC139}"/>
          </ac:spMkLst>
        </pc:spChg>
      </pc:sldChg>
      <pc:sldChg chg="addSp delSp modSp new mod">
        <pc:chgData name="rushikesh nayak" userId="335f63fe9b7688ce" providerId="LiveId" clId="{CBEC0FC1-7493-40C3-9D22-C412FCBEBCB3}" dt="2026-09-17T20:47:02.471" v="2446" actId="20577"/>
        <pc:sldMkLst>
          <pc:docMk/>
          <pc:sldMk cId="2879470813" sldId="266"/>
        </pc:sldMkLst>
        <pc:spChg chg="mod">
          <ac:chgData name="rushikesh nayak" userId="335f63fe9b7688ce" providerId="LiveId" clId="{CBEC0FC1-7493-40C3-9D22-C412FCBEBCB3}" dt="2026-09-17T20:38:21.838" v="2008" actId="113"/>
          <ac:spMkLst>
            <pc:docMk/>
            <pc:sldMk cId="2879470813" sldId="266"/>
            <ac:spMk id="2" creationId="{27A0D3A6-611E-5E61-2C1F-BD29E5043BA4}"/>
          </ac:spMkLst>
        </pc:spChg>
        <pc:spChg chg="mod">
          <ac:chgData name="rushikesh nayak" userId="335f63fe9b7688ce" providerId="LiveId" clId="{CBEC0FC1-7493-40C3-9D22-C412FCBEBCB3}" dt="2026-09-17T20:47:02.471" v="2446" actId="20577"/>
          <ac:spMkLst>
            <pc:docMk/>
            <pc:sldMk cId="2879470813" sldId="266"/>
            <ac:spMk id="3" creationId="{29CC8BA4-4AF5-A9E0-6A5A-D70EC700BE8B}"/>
          </ac:spMkLst>
        </pc:spChg>
        <pc:spChg chg="add mod">
          <ac:chgData name="rushikesh nayak" userId="335f63fe9b7688ce" providerId="LiveId" clId="{CBEC0FC1-7493-40C3-9D22-C412FCBEBCB3}" dt="2026-09-17T20:41:53.045" v="2074" actId="20577"/>
          <ac:spMkLst>
            <pc:docMk/>
            <pc:sldMk cId="2879470813" sldId="266"/>
            <ac:spMk id="12" creationId="{FC5D23D8-7627-0ED6-35AD-F2403B0076E5}"/>
          </ac:spMkLst>
        </pc:spChg>
        <pc:spChg chg="add mod">
          <ac:chgData name="rushikesh nayak" userId="335f63fe9b7688ce" providerId="LiveId" clId="{CBEC0FC1-7493-40C3-9D22-C412FCBEBCB3}" dt="2026-09-17T20:41:55.273" v="2076" actId="20577"/>
          <ac:spMkLst>
            <pc:docMk/>
            <pc:sldMk cId="2879470813" sldId="266"/>
            <ac:spMk id="14" creationId="{260D987D-9240-BF11-1E4F-81567387A0F5}"/>
          </ac:spMkLst>
        </pc:spChg>
        <pc:spChg chg="add mod">
          <ac:chgData name="rushikesh nayak" userId="335f63fe9b7688ce" providerId="LiveId" clId="{CBEC0FC1-7493-40C3-9D22-C412FCBEBCB3}" dt="2026-09-17T20:41:57.560" v="2078" actId="20577"/>
          <ac:spMkLst>
            <pc:docMk/>
            <pc:sldMk cId="2879470813" sldId="266"/>
            <ac:spMk id="16" creationId="{8048BFC6-CAC8-6FB5-5D34-93A4DEAA4B78}"/>
          </ac:spMkLst>
        </pc:spChg>
        <pc:spChg chg="add mod">
          <ac:chgData name="rushikesh nayak" userId="335f63fe9b7688ce" providerId="LiveId" clId="{CBEC0FC1-7493-40C3-9D22-C412FCBEBCB3}" dt="2026-09-17T20:42:55.229" v="2151" actId="1035"/>
          <ac:spMkLst>
            <pc:docMk/>
            <pc:sldMk cId="2879470813" sldId="266"/>
            <ac:spMk id="18" creationId="{B15EE85F-5CF1-E31F-1B64-5AFAF4AD3B49}"/>
          </ac:spMkLst>
        </pc:spChg>
        <pc:spChg chg="add mod">
          <ac:chgData name="rushikesh nayak" userId="335f63fe9b7688ce" providerId="LiveId" clId="{CBEC0FC1-7493-40C3-9D22-C412FCBEBCB3}" dt="2026-09-17T20:44:24.285" v="2307" actId="1037"/>
          <ac:spMkLst>
            <pc:docMk/>
            <pc:sldMk cId="2879470813" sldId="266"/>
            <ac:spMk id="20" creationId="{145336E5-2A3F-C29A-121D-3867F7B7B9B7}"/>
          </ac:spMkLst>
        </pc:spChg>
        <pc:spChg chg="add mod">
          <ac:chgData name="rushikesh nayak" userId="335f63fe9b7688ce" providerId="LiveId" clId="{CBEC0FC1-7493-40C3-9D22-C412FCBEBCB3}" dt="2026-09-17T20:45:04.594" v="2312" actId="1076"/>
          <ac:spMkLst>
            <pc:docMk/>
            <pc:sldMk cId="2879470813" sldId="266"/>
            <ac:spMk id="21" creationId="{6383E8E5-49FD-0D17-8694-04391A84B6E1}"/>
          </ac:spMkLst>
        </pc:spChg>
      </pc:sldChg>
      <pc:sldChg chg="addSp delSp modSp new mod">
        <pc:chgData name="rushikesh nayak" userId="335f63fe9b7688ce" providerId="LiveId" clId="{CBEC0FC1-7493-40C3-9D22-C412FCBEBCB3}" dt="2026-09-17T20:55:19.734" v="2820"/>
        <pc:sldMkLst>
          <pc:docMk/>
          <pc:sldMk cId="314690146" sldId="267"/>
        </pc:sldMkLst>
        <pc:spChg chg="mod">
          <ac:chgData name="rushikesh nayak" userId="335f63fe9b7688ce" providerId="LiveId" clId="{CBEC0FC1-7493-40C3-9D22-C412FCBEBCB3}" dt="2026-09-17T20:55:19.734" v="2820"/>
          <ac:spMkLst>
            <pc:docMk/>
            <pc:sldMk cId="314690146" sldId="267"/>
            <ac:spMk id="3" creationId="{F191F012-A646-9030-4D31-3637CE8AEAC5}"/>
          </ac:spMkLst>
        </pc:spChg>
        <pc:spChg chg="add mod">
          <ac:chgData name="rushikesh nayak" userId="335f63fe9b7688ce" providerId="LiveId" clId="{CBEC0FC1-7493-40C3-9D22-C412FCBEBCB3}" dt="2026-09-17T20:51:55.984" v="2522" actId="20577"/>
          <ac:spMkLst>
            <pc:docMk/>
            <pc:sldMk cId="314690146" sldId="267"/>
            <ac:spMk id="4" creationId="{E71ADBF2-F569-C4CB-21B5-51EB045BA4B2}"/>
          </ac:spMkLst>
        </pc:spChg>
        <pc:spChg chg="add mod">
          <ac:chgData name="rushikesh nayak" userId="335f63fe9b7688ce" providerId="LiveId" clId="{CBEC0FC1-7493-40C3-9D22-C412FCBEBCB3}" dt="2026-09-17T20:51:58.352" v="2524" actId="20577"/>
          <ac:spMkLst>
            <pc:docMk/>
            <pc:sldMk cId="314690146" sldId="267"/>
            <ac:spMk id="6" creationId="{E42D5CD3-48B2-BD80-1561-EC96CCDF5708}"/>
          </ac:spMkLst>
        </pc:spChg>
        <pc:spChg chg="add mod">
          <ac:chgData name="rushikesh nayak" userId="335f63fe9b7688ce" providerId="LiveId" clId="{CBEC0FC1-7493-40C3-9D22-C412FCBEBCB3}" dt="2026-09-17T20:52:19.031" v="2537" actId="20577"/>
          <ac:spMkLst>
            <pc:docMk/>
            <pc:sldMk cId="314690146" sldId="267"/>
            <ac:spMk id="8" creationId="{C09CCEF3-743A-2E04-F8E9-8081A9D63811}"/>
          </ac:spMkLst>
        </pc:spChg>
        <pc:spChg chg="add mod">
          <ac:chgData name="rushikesh nayak" userId="335f63fe9b7688ce" providerId="LiveId" clId="{CBEC0FC1-7493-40C3-9D22-C412FCBEBCB3}" dt="2026-09-17T20:52:05.411" v="2528" actId="20577"/>
          <ac:spMkLst>
            <pc:docMk/>
            <pc:sldMk cId="314690146" sldId="267"/>
            <ac:spMk id="10" creationId="{2AECB10F-67AE-82F4-46D7-EE862142995C}"/>
          </ac:spMkLst>
        </pc:spChg>
        <pc:spChg chg="add mod">
          <ac:chgData name="rushikesh nayak" userId="335f63fe9b7688ce" providerId="LiveId" clId="{CBEC0FC1-7493-40C3-9D22-C412FCBEBCB3}" dt="2026-09-17T20:52:00.820" v="2526" actId="20577"/>
          <ac:spMkLst>
            <pc:docMk/>
            <pc:sldMk cId="314690146" sldId="267"/>
            <ac:spMk id="12" creationId="{59FC0A04-B0F8-9FA7-BC4B-AD0C200E429B}"/>
          </ac:spMkLst>
        </pc:spChg>
        <pc:spChg chg="add mod">
          <ac:chgData name="rushikesh nayak" userId="335f63fe9b7688ce" providerId="LiveId" clId="{CBEC0FC1-7493-40C3-9D22-C412FCBEBCB3}" dt="2026-09-17T20:54:28.665" v="2676" actId="1035"/>
          <ac:spMkLst>
            <pc:docMk/>
            <pc:sldMk cId="314690146" sldId="267"/>
            <ac:spMk id="13" creationId="{E30BDAF1-5D05-6937-40CB-15ED85A756BB}"/>
          </ac:spMkLst>
        </pc:spChg>
      </pc:sldChg>
      <pc:sldChg chg="delSp modSp new mod">
        <pc:chgData name="rushikesh nayak" userId="335f63fe9b7688ce" providerId="LiveId" clId="{CBEC0FC1-7493-40C3-9D22-C412FCBEBCB3}" dt="2026-09-17T20:56:54.656" v="2833"/>
        <pc:sldMkLst>
          <pc:docMk/>
          <pc:sldMk cId="2351328447" sldId="268"/>
        </pc:sldMkLst>
        <pc:spChg chg="mod">
          <ac:chgData name="rushikesh nayak" userId="335f63fe9b7688ce" providerId="LiveId" clId="{CBEC0FC1-7493-40C3-9D22-C412FCBEBCB3}" dt="2026-09-17T20:56:54.656" v="2833"/>
          <ac:spMkLst>
            <pc:docMk/>
            <pc:sldMk cId="2351328447" sldId="268"/>
            <ac:spMk id="3" creationId="{172C0A93-49FD-FA2F-853D-E40A9475F14B}"/>
          </ac:spMkLst>
        </pc:spChg>
      </pc:sldChg>
      <pc:sldChg chg="addSp modSp new">
        <pc:chgData name="rushikesh nayak" userId="335f63fe9b7688ce" providerId="LiveId" clId="{CBEC0FC1-7493-40C3-9D22-C412FCBEBCB3}" dt="2026-09-22T19:33:10.865" v="2863" actId="14100"/>
        <pc:sldMkLst>
          <pc:docMk/>
          <pc:sldMk cId="690703731" sldId="269"/>
        </pc:sldMkLst>
        <pc:graphicFrameChg chg="add mod">
          <ac:chgData name="rushikesh nayak" userId="335f63fe9b7688ce" providerId="LiveId" clId="{CBEC0FC1-7493-40C3-9D22-C412FCBEBCB3}" dt="2026-09-22T19:33:10.865" v="2863" actId="14100"/>
          <ac:graphicFrameMkLst>
            <pc:docMk/>
            <pc:sldMk cId="690703731" sldId="269"/>
            <ac:graphicFrameMk id="2" creationId="{209CC800-C043-8FFA-C800-235F9483A5C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4F98-3BB0-48FE-BF30-2E6AA5E8183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EDD5-4C4F-466D-8C7F-966C14F3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84CF-8156-0C3B-8793-AE709226F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5DC5D-1C59-26FA-F202-B7505DB07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B207-51AD-7453-7BD8-CEA69386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D7508-4BA1-7C14-BC65-8D2B4119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2D6B6-2118-C301-32C2-01C3C71E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1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FBBA-9B6C-8F7C-CB3A-1C77A024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033F2-9AD4-BD7D-1EE7-27A87F51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42913-6B0F-8538-D819-5E9A69CA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D78B-AC6A-555C-04B9-AE1753F8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3EEB-2F5D-980A-0081-03A45913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3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1E44-05B9-D9A1-3092-80D291DD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0D364-F5FC-FED5-486F-F40500402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576D0-D745-FF08-34E8-D2172072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85386-456A-422F-9BDF-E596C278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D9385-38CD-FAFF-1AD9-470FB634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2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8C6B-BCBD-6401-5513-E047FE27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9B65-3313-4F79-AF82-8DE71658F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3BB0C-7064-79D9-0953-A27A71D2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87958-E2A6-3B4C-8829-6CADAB09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5A8AD-656E-1B45-0D63-9ABAC4EE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5397-0B23-2DC1-1205-B56A6998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6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E4B5-C018-1AA0-1B41-1A2434CB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BF920-46BA-4F5A-FE05-AB6E61737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6ECDE-3C71-A19D-B4E4-B164BE7AE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152D0-9E8C-423C-4169-945545288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06CA2-E74A-255A-CF9D-581EE37F6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EEA9B-CE38-98FC-3386-D57274A5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41CEC-127D-5ACA-1BA4-991495D2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E628B-E3EC-B4E7-1CE8-21F6D663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3827-749F-378E-EC78-B5EE3CC51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F9A75-5936-A1BB-E074-B3CFE674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7B16F-9939-4C68-FBC1-0FAAB7A3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7E89E-C2C2-0F58-CB1D-750CB9C5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9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7AD12-10D4-6A29-6A11-E0D5B2EB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BEA46-09F3-9F20-4B09-2C5034D5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36A5-DE06-474C-BD45-0BE13718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5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7639-542E-753B-E131-69C25CA4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7905-1A0C-152F-6A2C-A337300B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C8E35-13EC-31DE-065A-2574EB271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B992C-2BFB-D2FC-FAEA-1DC35AE8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4E946-4D83-769C-64ED-1029B4CD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C9A3B-60F4-46A6-C7CC-10AB09C0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3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83D6-4FEA-7AE4-0B0F-A589CB8D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113F1-AB33-A47F-51B6-67C31D877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3F24A-7DA4-6598-7921-301CFE153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29529-377A-81DE-FF0E-E2B265FD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776CC-8CEC-8446-28C5-2CCF3748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75B75-94F4-8673-BFF9-7DFEFF8C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6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3E98-9775-62B6-3FEA-59D73280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01059-BE16-FC68-F2BD-7C5711E7B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10D4D-5675-1A08-BB64-F8BAEA07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37DDC-9C85-132F-527E-C66BDEE8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FC4B9-912E-8378-CF69-D6E59B48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9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712AE1-9153-C720-A4D9-F67201F28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6C9F3-D86D-3624-BCA7-BC9C17682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2E8F1-7707-C62B-2A84-AE448462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A5A35-7DEB-6F08-D9EB-B2A03A75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F277-3B72-6980-AA97-6CE9DB44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25293-9835-343A-243B-9E52EF69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8AF0A-4F65-0A96-3647-FF2839E2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3CD6D-DF27-C395-A809-680D12F66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3BDA2-50CF-4560-9F09-D73DCFC8BE0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EC187-A6D7-60B0-4F6E-F8807F23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6C51D-FCF8-F844-5E18-B1374B147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25EF7-BDBA-4789-8CC7-7F785A55B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5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F33C75-8F10-3E46-8743-1B1F4A4CD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309" y="895927"/>
            <a:ext cx="10224655" cy="5384800"/>
          </a:xfrm>
        </p:spPr>
        <p:txBody>
          <a:bodyPr/>
          <a:lstStyle/>
          <a:p>
            <a:r>
              <a:rPr lang="en-US" b="1" i="1" u="sng" dirty="0"/>
              <a:t>LIFO, Stack Operations &amp; Array-Based Implementation</a:t>
            </a:r>
            <a:endParaRPr lang="en-US" b="1" u="sng" dirty="0"/>
          </a:p>
          <a:p>
            <a:endParaRPr lang="en-US" b="1" dirty="0"/>
          </a:p>
          <a:p>
            <a:r>
              <a:rPr lang="en-US" b="1" dirty="0"/>
              <a:t>Student Name:</a:t>
            </a:r>
            <a:r>
              <a:rPr lang="en-US" dirty="0"/>
              <a:t> Rushikesh Nayak</a:t>
            </a:r>
          </a:p>
          <a:p>
            <a:br>
              <a:rPr lang="en-US" dirty="0"/>
            </a:br>
            <a:r>
              <a:rPr lang="en-US" b="1" dirty="0"/>
              <a:t>Professor:</a:t>
            </a:r>
            <a:r>
              <a:rPr lang="en-US" dirty="0"/>
              <a:t> Dr. G / Professor Victor </a:t>
            </a:r>
            <a:r>
              <a:rPr lang="en-US" dirty="0" err="1"/>
              <a:t>Govindaswamy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Course:</a:t>
            </a:r>
            <a:r>
              <a:rPr lang="en-US" dirty="0"/>
              <a:t> CSC-6021 – Data Structures and Algorithms II</a:t>
            </a:r>
            <a:br>
              <a:rPr lang="en-US" dirty="0"/>
            </a:br>
            <a:endParaRPr lang="en-US" dirty="0"/>
          </a:p>
          <a:p>
            <a:r>
              <a:rPr lang="en-US" b="1"/>
              <a:t>Assignment</a:t>
            </a:r>
            <a:r>
              <a:rPr lang="en-US" b="1" dirty="0"/>
              <a:t>:</a:t>
            </a:r>
            <a:r>
              <a:rPr lang="en-US" dirty="0"/>
              <a:t> BLA – Lab 01</a:t>
            </a:r>
            <a:br>
              <a:rPr lang="en-US"/>
            </a:br>
            <a:endParaRPr lang="en-US"/>
          </a:p>
          <a:p>
            <a:r>
              <a:rPr lang="en-US" b="1"/>
              <a:t>Topic</a:t>
            </a:r>
            <a:r>
              <a:rPr lang="en-US" b="1" dirty="0"/>
              <a:t>:</a:t>
            </a:r>
            <a:r>
              <a:rPr lang="en-US" dirty="0"/>
              <a:t> Stack Data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77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863F-98EE-09DC-D6A8-C846BB82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304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tack Data Structure &amp; LIFO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AC6F1-9B60-41B7-446E-44F3BF3F6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417320"/>
            <a:ext cx="11667744" cy="5294376"/>
          </a:xfrm>
        </p:spPr>
        <p:txBody>
          <a:bodyPr/>
          <a:lstStyle/>
          <a:p>
            <a:r>
              <a:rPr lang="en-US" b="1" dirty="0"/>
              <a:t>What is a Stack?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=&gt;A </a:t>
            </a:r>
            <a:r>
              <a:rPr lang="en-US" b="1" dirty="0"/>
              <a:t>Stack</a:t>
            </a:r>
            <a:r>
              <a:rPr lang="en-US" dirty="0"/>
              <a:t> is a linear data structure where elements are inserted and removed from only one end, called the </a:t>
            </a:r>
            <a:r>
              <a:rPr lang="en-US" b="1" dirty="0"/>
              <a:t>TOP</a:t>
            </a:r>
            <a:r>
              <a:rPr lang="en-US" dirty="0"/>
              <a:t>. Unlike some other data structures, we do not normally insert or remove elements from the middle of a Stack.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LIFO – Last In, First Out</a:t>
            </a:r>
            <a:br>
              <a:rPr lang="en-US" dirty="0"/>
            </a:br>
            <a:endParaRPr lang="en-US" dirty="0"/>
          </a:p>
          <a:p>
            <a:r>
              <a:rPr lang="en-US" dirty="0"/>
              <a:t>=&gt;A Stack follows the </a:t>
            </a:r>
            <a:r>
              <a:rPr lang="en-US" b="1" dirty="0"/>
              <a:t>LIFO</a:t>
            </a:r>
            <a:r>
              <a:rPr lang="en-US" dirty="0"/>
              <a:t> principle. This means the </a:t>
            </a:r>
            <a:r>
              <a:rPr lang="en-US" b="1" dirty="0"/>
              <a:t>last element inserted is the first element removed</a:t>
            </a:r>
            <a:r>
              <a:rPr lang="en-US" dirty="0"/>
              <a:t>. Every new element is placed on the TOP, so it must be removed before the elements below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5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08BC0-4BCC-7E8E-0107-4FFDA68F4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8600"/>
            <a:ext cx="11804904" cy="6455664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Suppose we add 10, then 20, and finally 30. The value 30 becomes the TOP because it was added last. If we remove one element, 30 will come out first.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8CCFD-171C-20F7-C03F-9868EBD8710B}"/>
              </a:ext>
            </a:extLst>
          </p:cNvPr>
          <p:cNvSpPr/>
          <p:nvPr/>
        </p:nvSpPr>
        <p:spPr>
          <a:xfrm>
            <a:off x="676656" y="4608577"/>
            <a:ext cx="1463040" cy="795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140033-21F5-61AD-1380-FB047428AB1C}"/>
              </a:ext>
            </a:extLst>
          </p:cNvPr>
          <p:cNvSpPr/>
          <p:nvPr/>
        </p:nvSpPr>
        <p:spPr>
          <a:xfrm>
            <a:off x="676656" y="3017521"/>
            <a:ext cx="1463040" cy="795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B7A9C-9EBA-A2BF-8CB8-119406807242}"/>
              </a:ext>
            </a:extLst>
          </p:cNvPr>
          <p:cNvSpPr/>
          <p:nvPr/>
        </p:nvSpPr>
        <p:spPr>
          <a:xfrm>
            <a:off x="676656" y="3813049"/>
            <a:ext cx="1463040" cy="795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89019-5B53-F1EC-8B18-B7E03399041C}"/>
              </a:ext>
            </a:extLst>
          </p:cNvPr>
          <p:cNvSpPr txBox="1"/>
          <p:nvPr/>
        </p:nvSpPr>
        <p:spPr>
          <a:xfrm>
            <a:off x="2521527" y="3271766"/>
            <a:ext cx="252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&lt;-Last In / First Out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BB6CF16B-0418-79E4-EB75-0844167BCE50}"/>
              </a:ext>
            </a:extLst>
          </p:cNvPr>
          <p:cNvSpPr/>
          <p:nvPr/>
        </p:nvSpPr>
        <p:spPr>
          <a:xfrm>
            <a:off x="1376218" y="2752435"/>
            <a:ext cx="160228" cy="265085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A5EC1-640F-BD40-2AAC-711D46917BCD}"/>
              </a:ext>
            </a:extLst>
          </p:cNvPr>
          <p:cNvSpPr txBox="1"/>
          <p:nvPr/>
        </p:nvSpPr>
        <p:spPr>
          <a:xfrm>
            <a:off x="1159164" y="243851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66AE041C-9AE8-1E6A-37E3-1611DFE7FA74}"/>
              </a:ext>
            </a:extLst>
          </p:cNvPr>
          <p:cNvSpPr/>
          <p:nvPr/>
        </p:nvSpPr>
        <p:spPr>
          <a:xfrm>
            <a:off x="1376218" y="2228843"/>
            <a:ext cx="197172" cy="234090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CD60A-E245-79A3-87FC-350910FDAD5B}"/>
              </a:ext>
            </a:extLst>
          </p:cNvPr>
          <p:cNvSpPr txBox="1"/>
          <p:nvPr/>
        </p:nvSpPr>
        <p:spPr>
          <a:xfrm>
            <a:off x="1768399" y="2170025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 comes out first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81FE9C-0669-B56F-77C6-BF1E5552539A}"/>
              </a:ext>
            </a:extLst>
          </p:cNvPr>
          <p:cNvSpPr txBox="1"/>
          <p:nvPr/>
        </p:nvSpPr>
        <p:spPr>
          <a:xfrm>
            <a:off x="411019" y="5714768"/>
            <a:ext cx="1054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entered first → 20 entered second → 30 entered last → 30 leaves first.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D2E5A-7AA0-DB14-37F7-9BB10EFD9C33}"/>
              </a:ext>
            </a:extLst>
          </p:cNvPr>
          <p:cNvSpPr txBox="1"/>
          <p:nvPr/>
        </p:nvSpPr>
        <p:spPr>
          <a:xfrm>
            <a:off x="5454073" y="62152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LIFO</a:t>
            </a:r>
          </a:p>
        </p:txBody>
      </p:sp>
    </p:spTree>
    <p:extLst>
      <p:ext uri="{BB962C8B-B14F-4D97-AF65-F5344CB8AC3E}">
        <p14:creationId xmlns:p14="http://schemas.microsoft.com/office/powerpoint/2010/main" val="177108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F822-02AD-466D-9E89-A0E37E64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3"/>
            <a:ext cx="10515600" cy="1325563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Stack Operations – Push, Pop &amp; Peek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682D-8D11-8A51-B00D-35886287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35" y="997527"/>
            <a:ext cx="11914909" cy="574501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PUSH – Adding an Element</a:t>
            </a:r>
          </a:p>
          <a:p>
            <a:r>
              <a:rPr lang="en-US" dirty="0"/>
              <a:t>push() is used to </a:t>
            </a:r>
            <a:r>
              <a:rPr lang="en-US" b="1" dirty="0"/>
              <a:t>add a new element to the TOP</a:t>
            </a:r>
            <a:r>
              <a:rPr lang="en-US" dirty="0"/>
              <a:t> of the Stack. After the new element is inserted, it becomes the new TOP.</a:t>
            </a:r>
          </a:p>
          <a:p>
            <a:r>
              <a:rPr lang="en-US" b="1" u="sng" dirty="0"/>
              <a:t>For example</a:t>
            </a:r>
            <a:r>
              <a:rPr lang="en-US" dirty="0"/>
              <a:t>, if the Stack contains 10 and 20, then:</a:t>
            </a:r>
          </a:p>
          <a:p>
            <a:r>
              <a:rPr lang="en-US" b="1" dirty="0"/>
              <a:t>push(30) → 30 is added above 20 → 30 becomes TOP</a:t>
            </a:r>
            <a:endParaRPr lang="en-US" dirty="0"/>
          </a:p>
          <a:p>
            <a:r>
              <a:rPr lang="en-US" b="1" dirty="0"/>
              <a:t>POP – Removing an Element</a:t>
            </a:r>
          </a:p>
          <a:p>
            <a:r>
              <a:rPr lang="en-US" dirty="0"/>
              <a:t>pop() is used to </a:t>
            </a:r>
            <a:r>
              <a:rPr lang="en-US" b="1" dirty="0"/>
              <a:t>remove the current TOP element</a:t>
            </a:r>
            <a:r>
              <a:rPr lang="en-US" dirty="0"/>
              <a:t>. Because a Stack follows</a:t>
            </a:r>
          </a:p>
          <a:p>
            <a:pPr marL="0" indent="0">
              <a:buNone/>
            </a:pPr>
            <a:r>
              <a:rPr lang="en-US" dirty="0"/>
              <a:t>   LIFO, we cannot remove 10 before removing the elements above it.</a:t>
            </a:r>
            <a:endParaRPr lang="en-US" b="1" u="sng" dirty="0"/>
          </a:p>
          <a:p>
            <a:r>
              <a:rPr lang="en-US" b="1" u="sng" dirty="0"/>
              <a:t>For example:</a:t>
            </a:r>
          </a:p>
          <a:p>
            <a:r>
              <a:rPr lang="en-US" b="1" dirty="0"/>
              <a:t>TOP = 30 → pop() → 30 is removed → 20 becomes the new TOP</a:t>
            </a:r>
            <a:endParaRPr lang="en-US" dirty="0"/>
          </a:p>
          <a:p>
            <a:r>
              <a:rPr lang="en-US" b="1" dirty="0"/>
              <a:t>PEEK / TOP – Viewing an Element</a:t>
            </a:r>
          </a:p>
          <a:p>
            <a:r>
              <a:rPr lang="en-US" dirty="0"/>
              <a:t>peek() or top() allows us to </a:t>
            </a:r>
            <a:r>
              <a:rPr lang="en-US" b="1" dirty="0"/>
              <a:t>see the TOP element without removing it</a:t>
            </a:r>
            <a:r>
              <a:rPr lang="en-US" dirty="0"/>
              <a:t>.</a:t>
            </a:r>
          </a:p>
          <a:p>
            <a:r>
              <a:rPr lang="en-US" dirty="0"/>
              <a:t>If TOP contains 30:</a:t>
            </a:r>
          </a:p>
          <a:p>
            <a:r>
              <a:rPr lang="en-US" b="1" dirty="0"/>
              <a:t>peek() → returns 30 → 30 remains in the Stack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8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1A2C-8E62-3E2A-EB4D-025F270F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17" y="92364"/>
            <a:ext cx="11868727" cy="6659418"/>
          </a:xfrm>
        </p:spPr>
        <p:txBody>
          <a:bodyPr/>
          <a:lstStyle/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u="sng" dirty="0"/>
              <a:t>BEFORE</a:t>
            </a:r>
            <a:r>
              <a:rPr lang="en-US" b="1" dirty="0"/>
              <a:t>                      </a:t>
            </a:r>
            <a:r>
              <a:rPr lang="en-US" b="1" u="sng" dirty="0"/>
              <a:t>PUSH 30</a:t>
            </a:r>
            <a:r>
              <a:rPr lang="en-US" b="1" dirty="0"/>
              <a:t>                               POP 30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                                                    </a:t>
            </a:r>
            <a:endParaRPr lang="en-US" b="1" u="sng" dirty="0"/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                                  </a:t>
            </a:r>
            <a:r>
              <a:rPr lang="en-US" sz="1800" dirty="0"/>
              <a:t>30</a:t>
            </a:r>
          </a:p>
          <a:p>
            <a:pPr marL="0" indent="0">
              <a:buNone/>
            </a:pPr>
            <a:r>
              <a:rPr lang="en-US" b="1" u="sng" dirty="0"/>
              <a:t>                                                                       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3C3CE-A166-BCBA-BD49-BF058107665B}"/>
              </a:ext>
            </a:extLst>
          </p:cNvPr>
          <p:cNvSpPr/>
          <p:nvPr/>
        </p:nvSpPr>
        <p:spPr>
          <a:xfrm>
            <a:off x="1034473" y="1717964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0389E-AE72-91A2-BC82-68715D7916B5}"/>
              </a:ext>
            </a:extLst>
          </p:cNvPr>
          <p:cNvSpPr/>
          <p:nvPr/>
        </p:nvSpPr>
        <p:spPr>
          <a:xfrm>
            <a:off x="1034473" y="3269672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076C7-024A-76EA-CA7A-3A87CEB79D1D}"/>
              </a:ext>
            </a:extLst>
          </p:cNvPr>
          <p:cNvSpPr/>
          <p:nvPr/>
        </p:nvSpPr>
        <p:spPr>
          <a:xfrm>
            <a:off x="1034473" y="2493818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F1028-2F9F-022A-5FC4-C8EB7BC5877D}"/>
              </a:ext>
            </a:extLst>
          </p:cNvPr>
          <p:cNvSpPr txBox="1"/>
          <p:nvPr/>
        </p:nvSpPr>
        <p:spPr>
          <a:xfrm>
            <a:off x="2498448" y="270625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&lt;~ TOP</a:t>
            </a:r>
          </a:p>
          <a:p>
            <a:r>
              <a:rPr lang="en-US" dirty="0"/>
              <a:t>    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07918-D586-2618-5AE0-70A74B35742E}"/>
              </a:ext>
            </a:extLst>
          </p:cNvPr>
          <p:cNvSpPr/>
          <p:nvPr/>
        </p:nvSpPr>
        <p:spPr>
          <a:xfrm>
            <a:off x="4087092" y="3186545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A1739F-777B-4E56-2D53-2D0345F72363}"/>
              </a:ext>
            </a:extLst>
          </p:cNvPr>
          <p:cNvSpPr/>
          <p:nvPr/>
        </p:nvSpPr>
        <p:spPr>
          <a:xfrm>
            <a:off x="4087092" y="2410691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DD966E-CD58-3C43-8014-99DC2A273090}"/>
              </a:ext>
            </a:extLst>
          </p:cNvPr>
          <p:cNvSpPr/>
          <p:nvPr/>
        </p:nvSpPr>
        <p:spPr>
          <a:xfrm>
            <a:off x="4087092" y="1634837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9F3A5D2-01B7-C5CB-D79E-E4E5217381CC}"/>
              </a:ext>
            </a:extLst>
          </p:cNvPr>
          <p:cNvSpPr/>
          <p:nvPr/>
        </p:nvSpPr>
        <p:spPr>
          <a:xfrm>
            <a:off x="4710546" y="1099125"/>
            <a:ext cx="175493" cy="38792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ABB53-8092-D6A3-B03B-AFEA4DB630E7}"/>
              </a:ext>
            </a:extLst>
          </p:cNvPr>
          <p:cNvSpPr txBox="1"/>
          <p:nvPr/>
        </p:nvSpPr>
        <p:spPr>
          <a:xfrm>
            <a:off x="5638800" y="19304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&lt;~ TOP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F67F72-364F-EB3D-960B-C7E54BA65E73}"/>
              </a:ext>
            </a:extLst>
          </p:cNvPr>
          <p:cNvSpPr/>
          <p:nvPr/>
        </p:nvSpPr>
        <p:spPr>
          <a:xfrm>
            <a:off x="7368309" y="4428836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4DB73B-7723-706F-5D0E-643AC6CFEAFD}"/>
              </a:ext>
            </a:extLst>
          </p:cNvPr>
          <p:cNvSpPr/>
          <p:nvPr/>
        </p:nvSpPr>
        <p:spPr>
          <a:xfrm>
            <a:off x="7368309" y="3657599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35B6AA-3E3A-9069-C4CD-C4EBEAB0F343}"/>
              </a:ext>
            </a:extLst>
          </p:cNvPr>
          <p:cNvSpPr/>
          <p:nvPr/>
        </p:nvSpPr>
        <p:spPr>
          <a:xfrm>
            <a:off x="7368309" y="2881745"/>
            <a:ext cx="1376218" cy="775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57947DA2-2198-518C-52D8-4AF2D7E5FC19}"/>
              </a:ext>
            </a:extLst>
          </p:cNvPr>
          <p:cNvSpPr/>
          <p:nvPr/>
        </p:nvSpPr>
        <p:spPr>
          <a:xfrm rot="10800000">
            <a:off x="7952508" y="1293087"/>
            <a:ext cx="290947" cy="387927"/>
          </a:xfrm>
          <a:prstGeom prst="downArrow">
            <a:avLst>
              <a:gd name="adj1" fmla="val 24603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DCD2F5-DF40-4CFF-4C8E-38C85B5B5390}"/>
              </a:ext>
            </a:extLst>
          </p:cNvPr>
          <p:cNvSpPr txBox="1"/>
          <p:nvPr/>
        </p:nvSpPr>
        <p:spPr>
          <a:xfrm>
            <a:off x="6271492" y="34637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TOP ~&gt;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81CD21-0D9E-27B4-E259-591D3F554FE5}"/>
              </a:ext>
            </a:extLst>
          </p:cNvPr>
          <p:cNvSpPr txBox="1"/>
          <p:nvPr/>
        </p:nvSpPr>
        <p:spPr>
          <a:xfrm>
            <a:off x="554182" y="5994367"/>
            <a:ext cx="107280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push() </a:t>
            </a:r>
            <a:r>
              <a:rPr lang="en-US" sz="2200" b="1" dirty="0"/>
              <a:t>adds</a:t>
            </a:r>
            <a:r>
              <a:rPr lang="en-US" sz="2200" dirty="0"/>
              <a:t>, pop() </a:t>
            </a:r>
            <a:r>
              <a:rPr lang="en-US" sz="2200" b="1" dirty="0"/>
              <a:t>removes</a:t>
            </a:r>
            <a:r>
              <a:rPr lang="en-US" sz="2200" dirty="0"/>
              <a:t>, while peek() only </a:t>
            </a:r>
            <a:r>
              <a:rPr lang="en-US" sz="2200" b="1" dirty="0"/>
              <a:t>looks at the TOP without removing it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16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93B6-87F2-5302-B527-32A3F6A0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072"/>
          </a:xfrm>
        </p:spPr>
        <p:txBody>
          <a:bodyPr/>
          <a:lstStyle/>
          <a:p>
            <a:pPr algn="ctr"/>
            <a:r>
              <a:rPr lang="en-US" b="1" u="sng" dirty="0"/>
              <a:t>Checking and Displaying a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A39E-B3CE-B89A-2ABE-4973BB23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73" y="942109"/>
            <a:ext cx="11877963" cy="5791200"/>
          </a:xfrm>
        </p:spPr>
        <p:txBody>
          <a:bodyPr>
            <a:normAutofit fontScale="92500" lnSpcReduction="20000"/>
          </a:bodyPr>
          <a:lstStyle/>
          <a:p>
            <a:pPr>
              <a:buFont typeface="Symbol" panose="05050102010706020507" pitchFamily="18" charset="2"/>
              <a:buChar char="Þ"/>
            </a:pPr>
            <a:r>
              <a:rPr lang="en-US" b="1" u="sng" dirty="0"/>
              <a:t>isEmpty, isFull and displayAll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b="1" dirty="0"/>
              <a:t>isEmpty() – Is the Stack Empty?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isEmpty() checks whether the Stack contains </a:t>
            </a:r>
            <a:r>
              <a:rPr lang="en-US" b="1" dirty="0"/>
              <a:t>zero elements</a:t>
            </a:r>
            <a:r>
              <a:rPr lang="en-US" dirty="0"/>
              <a:t>.</a:t>
            </a:r>
          </a:p>
          <a:p>
            <a:r>
              <a:rPr lang="en-US" dirty="0"/>
              <a:t>This is important before pop() or peek(). If there is nothing in the Stack, there is no TOP element available to remove or view.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Empty Stack → isEmpty() → </a:t>
            </a:r>
            <a:r>
              <a:rPr lang="en-US" b="1" dirty="0"/>
              <a:t>True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isFull() – Is the Stack Full?</a:t>
            </a:r>
          </a:p>
          <a:p>
            <a:r>
              <a:rPr lang="en-US" dirty="0"/>
              <a:t>isFull() checks whether a static-array Stack has reached its </a:t>
            </a:r>
            <a:r>
              <a:rPr lang="en-US" b="1" dirty="0"/>
              <a:t>maximum capacity</a:t>
            </a:r>
            <a:r>
              <a:rPr lang="en-US" dirty="0"/>
              <a:t>.</a:t>
            </a:r>
          </a:p>
          <a:p>
            <a:r>
              <a:rPr lang="en-US" dirty="0"/>
              <a:t>For example, if our Stack has a maximum size of 3 and already contains 10, 20, and 30, all available positions are occupied.</a:t>
            </a:r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500290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BB34-CA27-81B6-1105-B0C38E43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5" y="166254"/>
            <a:ext cx="11767127" cy="6548581"/>
          </a:xfrm>
        </p:spPr>
        <p:txBody>
          <a:bodyPr/>
          <a:lstStyle/>
          <a:p>
            <a:r>
              <a:rPr lang="en-US" dirty="0"/>
              <a:t>Therefore:</a:t>
            </a:r>
          </a:p>
          <a:p>
            <a:r>
              <a:rPr lang="en-US" dirty="0"/>
              <a:t>isFull() → True</a:t>
            </a:r>
          </a:p>
          <a:p>
            <a:r>
              <a:rPr lang="en-US" b="1" dirty="0"/>
              <a:t>displayAll() – Show the Stack</a:t>
            </a:r>
          </a:p>
          <a:p>
            <a:r>
              <a:rPr lang="en-US" dirty="0"/>
              <a:t>displayAll() displays the elements currently stored in the Stack. It helps the user see the current contents and their order.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2000" dirty="0"/>
              <a:t>Stack Capacity = 3</a:t>
            </a:r>
          </a:p>
          <a:p>
            <a:pPr marL="0" indent="0">
              <a:buNone/>
            </a:pPr>
            <a:r>
              <a:rPr lang="en-US" sz="2000" dirty="0"/>
              <a:t>                      top</a:t>
            </a:r>
          </a:p>
          <a:p>
            <a:pPr marL="0" indent="0">
              <a:buNone/>
            </a:pPr>
            <a:r>
              <a:rPr lang="en-US" sz="2000" dirty="0"/>
              <a:t>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F61B7-ED8C-28C4-D18E-B92CDE8D2398}"/>
              </a:ext>
            </a:extLst>
          </p:cNvPr>
          <p:cNvSpPr/>
          <p:nvPr/>
        </p:nvSpPr>
        <p:spPr>
          <a:xfrm>
            <a:off x="979054" y="3994712"/>
            <a:ext cx="115454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90538-9CEA-8824-9232-16A338423209}"/>
              </a:ext>
            </a:extLst>
          </p:cNvPr>
          <p:cNvSpPr/>
          <p:nvPr/>
        </p:nvSpPr>
        <p:spPr>
          <a:xfrm>
            <a:off x="979055" y="5846602"/>
            <a:ext cx="1154544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AF239-D24A-7D5A-EA5E-D3C7349BA067}"/>
              </a:ext>
            </a:extLst>
          </p:cNvPr>
          <p:cNvSpPr/>
          <p:nvPr/>
        </p:nvSpPr>
        <p:spPr>
          <a:xfrm>
            <a:off x="979055" y="4922967"/>
            <a:ext cx="1154544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C233E4A-35B1-5161-983A-2754B187C085}"/>
              </a:ext>
            </a:extLst>
          </p:cNvPr>
          <p:cNvSpPr/>
          <p:nvPr/>
        </p:nvSpPr>
        <p:spPr>
          <a:xfrm>
            <a:off x="1487059" y="3574477"/>
            <a:ext cx="166254" cy="31403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FE178-88D5-531C-1701-0D250BA1BB19}"/>
              </a:ext>
            </a:extLst>
          </p:cNvPr>
          <p:cNvSpPr txBox="1"/>
          <p:nvPr/>
        </p:nvSpPr>
        <p:spPr>
          <a:xfrm>
            <a:off x="5638799" y="5440213"/>
            <a:ext cx="2406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isEmpty() → False isFull() → True displayAll() → 30 20 10</a:t>
            </a:r>
          </a:p>
        </p:txBody>
      </p:sp>
    </p:spTree>
    <p:extLst>
      <p:ext uri="{BB962C8B-B14F-4D97-AF65-F5344CB8AC3E}">
        <p14:creationId xmlns:p14="http://schemas.microsoft.com/office/powerpoint/2010/main" val="356237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D9A05-B6CA-0868-5C82-857D587AF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350982"/>
            <a:ext cx="11545455" cy="6299200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Why are these checks important?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    Before adding another element, the program can use isFull(). Before removing an element, it can use isEmpty(). These checks help prevent invalid Stack operations.</a:t>
            </a:r>
          </a:p>
        </p:txBody>
      </p:sp>
    </p:spTree>
    <p:extLst>
      <p:ext uri="{BB962C8B-B14F-4D97-AF65-F5344CB8AC3E}">
        <p14:creationId xmlns:p14="http://schemas.microsoft.com/office/powerpoint/2010/main" val="1112893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7944-7D39-E345-FB60-3FB2956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5" y="1"/>
            <a:ext cx="12127345" cy="905163"/>
          </a:xfrm>
        </p:spPr>
        <p:txBody>
          <a:bodyPr/>
          <a:lstStyle/>
          <a:p>
            <a:pPr algn="ctr"/>
            <a:r>
              <a:rPr lang="en-US" b="1" u="sng" dirty="0"/>
              <a:t>Stack Overflow &amp; Stack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CB029-43A9-2858-B5BF-787CB1385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905164"/>
            <a:ext cx="11739418" cy="5846618"/>
          </a:xfrm>
        </p:spPr>
        <p:txBody>
          <a:bodyPr>
            <a:normAutofit/>
          </a:bodyPr>
          <a:lstStyle/>
          <a:p>
            <a:r>
              <a:rPr lang="en-US" sz="2000" dirty="0"/>
              <a:t>These are two important problems that can happen when Stack operations are attempted at the wrong time.</a:t>
            </a:r>
          </a:p>
          <a:p>
            <a:r>
              <a:rPr lang="en-US" sz="2000" b="1" dirty="0"/>
              <a:t>Stack Overflow</a:t>
            </a:r>
          </a:p>
          <a:p>
            <a:pPr marL="0" indent="0">
              <a:buNone/>
            </a:pPr>
            <a:r>
              <a:rPr lang="en-US" sz="2000" dirty="0"/>
              <a:t>   Overflow happens when we try to push() a new element into a Stack that is already full.</a:t>
            </a:r>
          </a:p>
          <a:p>
            <a:pPr marL="0" indent="0">
              <a:buNone/>
            </a:pPr>
            <a:r>
              <a:rPr lang="en-US" dirty="0"/>
              <a:t>             Full Stack</a:t>
            </a:r>
          </a:p>
          <a:p>
            <a:pPr marL="0" indent="0">
              <a:buNone/>
            </a:pPr>
            <a:r>
              <a:rPr lang="en-US" sz="2000" dirty="0"/>
              <a:t>                            top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                            X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                  STACK OVERFLOW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There are only three positions, and all three are occupied. Therefore, </a:t>
            </a:r>
            <a:r>
              <a:rPr lang="en-US" sz="4000" dirty="0"/>
              <a:t>40</a:t>
            </a:r>
            <a:r>
              <a:rPr lang="en-US" sz="2000" dirty="0"/>
              <a:t> cannot be added.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E7172BF5-124B-936A-F6B0-AD5A260E62B9}"/>
              </a:ext>
            </a:extLst>
          </p:cNvPr>
          <p:cNvSpPr/>
          <p:nvPr/>
        </p:nvSpPr>
        <p:spPr>
          <a:xfrm>
            <a:off x="1893455" y="3248893"/>
            <a:ext cx="175491" cy="2124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9B8AB-815E-5360-115D-4B3B51C86823}"/>
              </a:ext>
            </a:extLst>
          </p:cNvPr>
          <p:cNvSpPr/>
          <p:nvPr/>
        </p:nvSpPr>
        <p:spPr>
          <a:xfrm>
            <a:off x="1600200" y="5347859"/>
            <a:ext cx="1101436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E3540C-203C-8057-E143-0A4EC0BE880B}"/>
              </a:ext>
            </a:extLst>
          </p:cNvPr>
          <p:cNvSpPr/>
          <p:nvPr/>
        </p:nvSpPr>
        <p:spPr>
          <a:xfrm>
            <a:off x="1593274" y="4438072"/>
            <a:ext cx="110836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DC39B7-2FF7-F4C1-C28C-B318EBB9231D}"/>
              </a:ext>
            </a:extLst>
          </p:cNvPr>
          <p:cNvSpPr/>
          <p:nvPr/>
        </p:nvSpPr>
        <p:spPr>
          <a:xfrm>
            <a:off x="1600199" y="3532909"/>
            <a:ext cx="1101437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CDAA7-0A53-1E55-D902-F53018FF69A9}"/>
              </a:ext>
            </a:extLst>
          </p:cNvPr>
          <p:cNvSpPr txBox="1"/>
          <p:nvPr/>
        </p:nvSpPr>
        <p:spPr>
          <a:xfrm>
            <a:off x="5638800" y="2927927"/>
            <a:ext cx="162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40  </a:t>
            </a:r>
          </a:p>
          <a:p>
            <a:endParaRPr lang="en-US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31562E8-2D6E-46C5-1ADC-4D27E3401BB9}"/>
              </a:ext>
            </a:extLst>
          </p:cNvPr>
          <p:cNvSpPr/>
          <p:nvPr/>
        </p:nvSpPr>
        <p:spPr>
          <a:xfrm>
            <a:off x="6040581" y="3322781"/>
            <a:ext cx="175491" cy="2124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5118-1997-D00D-8C7B-0BB31040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Stack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806A-0045-1B49-706D-35899FF1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18" y="681037"/>
            <a:ext cx="11877964" cy="6107690"/>
          </a:xfrm>
        </p:spPr>
        <p:txBody>
          <a:bodyPr/>
          <a:lstStyle/>
          <a:p>
            <a:r>
              <a:rPr lang="en-US" b="1" dirty="0"/>
              <a:t>Underflow</a:t>
            </a:r>
            <a:r>
              <a:rPr lang="en-US" dirty="0"/>
              <a:t> happens when we try to pop() from an </a:t>
            </a:r>
            <a:r>
              <a:rPr lang="en-US" b="1" dirty="0"/>
              <a:t>empty Stack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sz="2000" dirty="0"/>
              <a:t>EMPTY STACK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61445-86BD-11C0-FF16-CF63A29AF582}"/>
              </a:ext>
            </a:extLst>
          </p:cNvPr>
          <p:cNvSpPr/>
          <p:nvPr/>
        </p:nvSpPr>
        <p:spPr>
          <a:xfrm>
            <a:off x="1246909" y="1754909"/>
            <a:ext cx="136698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96F5C1-D7C9-63E5-47C4-1E7195447D9E}"/>
              </a:ext>
            </a:extLst>
          </p:cNvPr>
          <p:cNvSpPr/>
          <p:nvPr/>
        </p:nvSpPr>
        <p:spPr>
          <a:xfrm>
            <a:off x="1246909" y="3583709"/>
            <a:ext cx="136698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09D47-4ACC-A52B-D997-7A122EC04685}"/>
              </a:ext>
            </a:extLst>
          </p:cNvPr>
          <p:cNvSpPr/>
          <p:nvPr/>
        </p:nvSpPr>
        <p:spPr>
          <a:xfrm>
            <a:off x="1246909" y="2669309"/>
            <a:ext cx="136698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8C033-C976-C432-4E50-0167CEF6F5DA}"/>
              </a:ext>
            </a:extLst>
          </p:cNvPr>
          <p:cNvSpPr txBox="1"/>
          <p:nvPr/>
        </p:nvSpPr>
        <p:spPr>
          <a:xfrm>
            <a:off x="1406236" y="5179145"/>
            <a:ext cx="2415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 ✕ </a:t>
            </a:r>
          </a:p>
          <a:p>
            <a:r>
              <a:rPr lang="en-US" dirty="0"/>
              <a:t>STACK UNDERFLOW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CB1736-55D3-18B2-5741-4DDED99BC139}"/>
              </a:ext>
            </a:extLst>
          </p:cNvPr>
          <p:cNvSpPr txBox="1"/>
          <p:nvPr/>
        </p:nvSpPr>
        <p:spPr>
          <a:xfrm>
            <a:off x="5232400" y="4040909"/>
            <a:ext cx="5999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no element available to remove.</a:t>
            </a:r>
          </a:p>
          <a:p>
            <a:r>
              <a:rPr lang="en-US" b="1" dirty="0"/>
              <a:t>Easy way to remember:</a:t>
            </a:r>
            <a:endParaRPr lang="en-US" dirty="0"/>
          </a:p>
          <a:p>
            <a:r>
              <a:rPr lang="en-US" b="1" dirty="0"/>
              <a:t>Overflow = Full + trying to PUSH</a:t>
            </a:r>
            <a:endParaRPr lang="en-US" dirty="0"/>
          </a:p>
          <a:p>
            <a:r>
              <a:rPr lang="en-US" b="1" dirty="0"/>
              <a:t>Underflow = Empty + trying to POP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3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D3A6-611E-5E61-2C1F-BD29E504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7381"/>
          </a:xfrm>
        </p:spPr>
        <p:txBody>
          <a:bodyPr/>
          <a:lstStyle/>
          <a:p>
            <a:pPr algn="ctr"/>
            <a:r>
              <a:rPr lang="en-US" b="1" dirty="0"/>
              <a:t>stack Implementation Using a Static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C8BA4-4AF5-A9E0-6A5A-D70EC700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57382"/>
            <a:ext cx="12025745" cy="5966691"/>
          </a:xfrm>
        </p:spPr>
        <p:txBody>
          <a:bodyPr/>
          <a:lstStyle/>
          <a:p>
            <a:r>
              <a:rPr lang="en-US" dirty="0"/>
              <a:t>A Stack can be implemented using a </a:t>
            </a:r>
            <a:r>
              <a:rPr lang="en-US" b="1" dirty="0"/>
              <a:t>static array</a:t>
            </a:r>
            <a:r>
              <a:rPr lang="en-US" dirty="0"/>
              <a:t>. A static array has a </a:t>
            </a:r>
            <a:r>
              <a:rPr lang="en-US" b="1" dirty="0"/>
              <a:t>fixed size</a:t>
            </a:r>
            <a:r>
              <a:rPr lang="en-US" dirty="0"/>
              <a:t>, which means its maximum capacity is decided when the program is created.</a:t>
            </a:r>
          </a:p>
          <a:p>
            <a:r>
              <a:rPr lang="en-US" dirty="0"/>
              <a:t>A variable called </a:t>
            </a:r>
            <a:r>
              <a:rPr lang="en-US" b="1" dirty="0"/>
              <a:t>top</a:t>
            </a:r>
            <a:r>
              <a:rPr lang="en-US" dirty="0"/>
              <a:t> keeps track of the index of the current TOP element.</a:t>
            </a:r>
          </a:p>
          <a:p>
            <a:pPr marL="0" indent="0">
              <a:buNone/>
            </a:pPr>
            <a:r>
              <a:rPr lang="en-US" dirty="0"/>
              <a:t>For example, suppose the maximum Stack size is </a:t>
            </a:r>
            <a:r>
              <a:rPr lang="en-US" b="1" dirty="0"/>
              <a:t>5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Index               0                1              2                3               4      </a:t>
            </a:r>
          </a:p>
          <a:p>
            <a:pPr marL="0" indent="0">
              <a:buNone/>
            </a:pPr>
            <a:r>
              <a:rPr lang="en-US" dirty="0"/>
              <a:t>Array   </a:t>
            </a:r>
          </a:p>
          <a:p>
            <a:pPr marL="0" indent="0">
              <a:buNone/>
            </a:pPr>
            <a:r>
              <a:rPr lang="en-US" dirty="0"/>
              <a:t>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</a:t>
            </a:r>
            <a:r>
              <a:rPr lang="en-US" sz="2000" dirty="0"/>
              <a:t>TOP = 2                                      </a:t>
            </a:r>
          </a:p>
          <a:p>
            <a:pPr marL="0" indent="0">
              <a:buNone/>
            </a:pPr>
            <a:r>
              <a:rPr lang="en-US" dirty="0"/>
              <a:t>  Here, 10, 20, and 30 are stored in the first three positions. Because 30 is the    most recently added element, top = 2.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5D23D8-7627-0ED6-35AD-F2403B0076E5}"/>
              </a:ext>
            </a:extLst>
          </p:cNvPr>
          <p:cNvSpPr/>
          <p:nvPr/>
        </p:nvSpPr>
        <p:spPr>
          <a:xfrm>
            <a:off x="1376218" y="3560617"/>
            <a:ext cx="1366982" cy="6326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D987D-9240-BF11-1E4F-81567387A0F5}"/>
              </a:ext>
            </a:extLst>
          </p:cNvPr>
          <p:cNvSpPr/>
          <p:nvPr/>
        </p:nvSpPr>
        <p:spPr>
          <a:xfrm>
            <a:off x="2752437" y="3560616"/>
            <a:ext cx="1366982" cy="6326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48BFC6-CAC8-6FB5-5D34-93A4DEAA4B78}"/>
              </a:ext>
            </a:extLst>
          </p:cNvPr>
          <p:cNvSpPr/>
          <p:nvPr/>
        </p:nvSpPr>
        <p:spPr>
          <a:xfrm>
            <a:off x="4128656" y="3560616"/>
            <a:ext cx="1366982" cy="6326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EE85F-5CF1-E31F-1B64-5AFAF4AD3B49}"/>
              </a:ext>
            </a:extLst>
          </p:cNvPr>
          <p:cNvSpPr/>
          <p:nvPr/>
        </p:nvSpPr>
        <p:spPr>
          <a:xfrm>
            <a:off x="5504875" y="3553827"/>
            <a:ext cx="1366982" cy="6326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5336E5-2A3F-C29A-121D-3867F7B7B9B7}"/>
              </a:ext>
            </a:extLst>
          </p:cNvPr>
          <p:cNvSpPr/>
          <p:nvPr/>
        </p:nvSpPr>
        <p:spPr>
          <a:xfrm>
            <a:off x="6890331" y="3560615"/>
            <a:ext cx="1366982" cy="6326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Empty</a:t>
            </a:r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6383E8E5-49FD-0D17-8694-04391A84B6E1}"/>
              </a:ext>
            </a:extLst>
          </p:cNvPr>
          <p:cNvSpPr/>
          <p:nvPr/>
        </p:nvSpPr>
        <p:spPr>
          <a:xfrm>
            <a:off x="4692074" y="4350329"/>
            <a:ext cx="203200" cy="35098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7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1F012-A646-9030-4D31-3637CE8A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45" y="166255"/>
            <a:ext cx="11499273" cy="6511636"/>
          </a:xfrm>
        </p:spPr>
        <p:txBody>
          <a:bodyPr/>
          <a:lstStyle/>
          <a:p>
            <a:r>
              <a:rPr lang="en-US" dirty="0"/>
              <a:t>If we perform </a:t>
            </a:r>
            <a:r>
              <a:rPr lang="en-US" b="1" dirty="0"/>
              <a:t>push(40)</a:t>
            </a:r>
            <a:r>
              <a:rPr lang="en-US" dirty="0"/>
              <a:t>, 40 is placed at index 3, and TOP moves to 3.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PUSH (40)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INDEX                    0               1               2               3               4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ARRAY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</a:t>
            </a:r>
            <a:r>
              <a:rPr lang="en-US" sz="2000" dirty="0"/>
              <a:t>TOP = 3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</a:t>
            </a:r>
            <a:r>
              <a:rPr lang="en-US" dirty="0"/>
              <a:t>pop()</a:t>
            </a:r>
            <a:r>
              <a:rPr lang="en-US" sz="2000" dirty="0"/>
              <a:t> is performed, </a:t>
            </a:r>
            <a:r>
              <a:rPr lang="en-US" dirty="0"/>
              <a:t>40</a:t>
            </a:r>
            <a:r>
              <a:rPr lang="en-US" sz="2000" dirty="0"/>
              <a:t> is removed and TOP moves back to index </a:t>
            </a:r>
            <a:r>
              <a:rPr lang="en-US" dirty="0"/>
              <a:t>2</a:t>
            </a:r>
            <a:r>
              <a:rPr lang="en-US" sz="20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ADBF2-F569-C4CB-21B5-51EB045BA4B2}"/>
              </a:ext>
            </a:extLst>
          </p:cNvPr>
          <p:cNvSpPr/>
          <p:nvPr/>
        </p:nvSpPr>
        <p:spPr>
          <a:xfrm>
            <a:off x="2207490" y="2937164"/>
            <a:ext cx="1339273" cy="665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D5CD3-48B2-BD80-1561-EC96CCDF5708}"/>
              </a:ext>
            </a:extLst>
          </p:cNvPr>
          <p:cNvSpPr/>
          <p:nvPr/>
        </p:nvSpPr>
        <p:spPr>
          <a:xfrm>
            <a:off x="3546763" y="2937164"/>
            <a:ext cx="1339273" cy="665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CCEF3-743A-2E04-F8E9-8081A9D63811}"/>
              </a:ext>
            </a:extLst>
          </p:cNvPr>
          <p:cNvSpPr/>
          <p:nvPr/>
        </p:nvSpPr>
        <p:spPr>
          <a:xfrm>
            <a:off x="7564582" y="2937164"/>
            <a:ext cx="1339273" cy="665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CB10F-67AE-82F4-46D7-EE862142995C}"/>
              </a:ext>
            </a:extLst>
          </p:cNvPr>
          <p:cNvSpPr/>
          <p:nvPr/>
        </p:nvSpPr>
        <p:spPr>
          <a:xfrm>
            <a:off x="6225309" y="2937164"/>
            <a:ext cx="1339273" cy="665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C0A04-B0F8-9FA7-BC4B-AD0C200E429B}"/>
              </a:ext>
            </a:extLst>
          </p:cNvPr>
          <p:cNvSpPr/>
          <p:nvPr/>
        </p:nvSpPr>
        <p:spPr>
          <a:xfrm>
            <a:off x="4886036" y="2937164"/>
            <a:ext cx="1339273" cy="665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E30BDAF1-5D05-6937-40CB-15ED85A756BB}"/>
              </a:ext>
            </a:extLst>
          </p:cNvPr>
          <p:cNvSpPr/>
          <p:nvPr/>
        </p:nvSpPr>
        <p:spPr>
          <a:xfrm>
            <a:off x="6779490" y="3842337"/>
            <a:ext cx="230909" cy="36945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0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C0A93-49FD-FA2F-853D-E40A9475F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55" y="193964"/>
            <a:ext cx="11748654" cy="6437745"/>
          </a:xfrm>
        </p:spPr>
        <p:txBody>
          <a:bodyPr/>
          <a:lstStyle/>
          <a:p>
            <a:r>
              <a:rPr lang="en-US" b="1" dirty="0"/>
              <a:t>Advantages:</a:t>
            </a:r>
            <a:r>
              <a:rPr lang="en-US" dirty="0"/>
              <a:t> An array-based Stack is simple to understand and implement. Push and Pop work with the TOP, making the structure straightforward to manage when the maximum required size is known.</a:t>
            </a:r>
          </a:p>
          <a:p>
            <a:endParaRPr lang="en-US" dirty="0"/>
          </a:p>
          <a:p>
            <a:r>
              <a:rPr lang="en-US" b="1" dirty="0"/>
              <a:t>Limitations:</a:t>
            </a:r>
            <a:r>
              <a:rPr lang="en-US" dirty="0"/>
              <a:t> A static array has a </a:t>
            </a:r>
            <a:r>
              <a:rPr lang="en-US" b="1" dirty="0"/>
              <a:t>fixed capacity</a:t>
            </a:r>
            <a:r>
              <a:rPr lang="en-US" dirty="0"/>
              <a:t> and cannot automatically grow. If all positions are occupied, another Push causes Stack Overflow. Some allocated positions can also remain unused when the Stack is not full.</a:t>
            </a:r>
          </a:p>
        </p:txBody>
      </p:sp>
    </p:spTree>
    <p:extLst>
      <p:ext uri="{BB962C8B-B14F-4D97-AF65-F5344CB8AC3E}">
        <p14:creationId xmlns:p14="http://schemas.microsoft.com/office/powerpoint/2010/main" val="235132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" action="ppaction://ole?verb=0"/>
            <a:extLst>
              <a:ext uri="{FF2B5EF4-FFF2-40B4-BE49-F238E27FC236}">
                <a16:creationId xmlns:a16="http://schemas.microsoft.com/office/drawing/2014/main" id="{209CC800-C043-8FFA-C800-235F9483A5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665010"/>
              </p:ext>
            </p:extLst>
          </p:nvPr>
        </p:nvGraphicFramePr>
        <p:xfrm>
          <a:off x="98424" y="98425"/>
          <a:ext cx="12008231" cy="6754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6296" imgH="3429229" progId="PowerPoint.Show.12">
                  <p:embed/>
                </p:oleObj>
              </mc:Choice>
              <mc:Fallback>
                <p:oleObj name="Presentation" r:id="rId2" imgW="6096296" imgH="3429229" progId="PowerPoint.Show.12">
                  <p:embed/>
                  <p:pic>
                    <p:nvPicPr>
                      <p:cNvPr id="2" name="Object 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09CC800-C043-8FFA-C800-235F9483A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4" y="98425"/>
                        <a:ext cx="12008231" cy="6754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70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82</TotalTime>
  <Words>1011</Words>
  <Application>Microsoft Office PowerPoint</Application>
  <PresentationFormat>Widescreen</PresentationFormat>
  <Paragraphs>146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Symbol</vt:lpstr>
      <vt:lpstr>Office Theme</vt:lpstr>
      <vt:lpstr>Microsoft PowerPoint Presentation</vt:lpstr>
      <vt:lpstr>PowerPoint Presentation</vt:lpstr>
      <vt:lpstr>tack Data Structure &amp; LIFO Principle</vt:lpstr>
      <vt:lpstr>PowerPoint Presentation</vt:lpstr>
      <vt:lpstr>Main Stack Operations – Push, Pop &amp; Peek</vt:lpstr>
      <vt:lpstr>PowerPoint Presentation</vt:lpstr>
      <vt:lpstr>Checking and Displaying a Stack</vt:lpstr>
      <vt:lpstr>PowerPoint Presentation</vt:lpstr>
      <vt:lpstr>PowerPoint Presentation</vt:lpstr>
      <vt:lpstr>Stack Overflow &amp; Stack Underflow</vt:lpstr>
      <vt:lpstr>Stack Underflow</vt:lpstr>
      <vt:lpstr>stack Implementation Using a Static Array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nayak</dc:creator>
  <cp:lastModifiedBy>rushikesh nayak</cp:lastModifiedBy>
  <cp:revision>1</cp:revision>
  <dcterms:created xsi:type="dcterms:W3CDTF">2026-09-17T19:40:26Z</dcterms:created>
  <dcterms:modified xsi:type="dcterms:W3CDTF">2026-09-22T19:33:12Z</dcterms:modified>
</cp:coreProperties>
</file>