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FC08E2-30DA-4C7A-A433-3E6D60ABCA16}" v="2" dt="2026-09-22T19:32:41.9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nayak" userId="335f63fe9b7688ce" providerId="LiveId" clId="{CBEC0FC1-7493-40C3-9D22-C412FCBEBCB3}"/>
    <pc:docChg chg="undo custSel addSld modSld">
      <pc:chgData name="rushikesh nayak" userId="335f63fe9b7688ce" providerId="LiveId" clId="{CBEC0FC1-7493-40C3-9D22-C412FCBEBCB3}" dt="2026-09-22T19:32:41.955" v="3388" actId="14100"/>
      <pc:docMkLst>
        <pc:docMk/>
      </pc:docMkLst>
      <pc:sldChg chg="modSp new mod">
        <pc:chgData name="rushikesh nayak" userId="335f63fe9b7688ce" providerId="LiveId" clId="{CBEC0FC1-7493-40C3-9D22-C412FCBEBCB3}" dt="2026-09-17T21:14:46.560" v="24" actId="20577"/>
        <pc:sldMkLst>
          <pc:docMk/>
          <pc:sldMk cId="1804108381" sldId="257"/>
        </pc:sldMkLst>
        <pc:spChg chg="mod">
          <ac:chgData name="rushikesh nayak" userId="335f63fe9b7688ce" providerId="LiveId" clId="{CBEC0FC1-7493-40C3-9D22-C412FCBEBCB3}" dt="2026-09-17T21:11:57.003" v="8" actId="115"/>
          <ac:spMkLst>
            <pc:docMk/>
            <pc:sldMk cId="1804108381" sldId="257"/>
            <ac:spMk id="2" creationId="{B57370E7-AFBA-723A-81C0-490A10AFAECD}"/>
          </ac:spMkLst>
        </pc:spChg>
        <pc:spChg chg="mod">
          <ac:chgData name="rushikesh nayak" userId="335f63fe9b7688ce" providerId="LiveId" clId="{CBEC0FC1-7493-40C3-9D22-C412FCBEBCB3}" dt="2026-09-17T21:14:46.560" v="24" actId="20577"/>
          <ac:spMkLst>
            <pc:docMk/>
            <pc:sldMk cId="1804108381" sldId="257"/>
            <ac:spMk id="3" creationId="{A925E406-D35B-10F4-3D4E-AA5C6F53EACF}"/>
          </ac:spMkLst>
        </pc:spChg>
      </pc:sldChg>
      <pc:sldChg chg="delSp modSp new mod">
        <pc:chgData name="rushikesh nayak" userId="335f63fe9b7688ce" providerId="LiveId" clId="{CBEC0FC1-7493-40C3-9D22-C412FCBEBCB3}" dt="2026-09-17T21:17:26.946" v="208"/>
        <pc:sldMkLst>
          <pc:docMk/>
          <pc:sldMk cId="134515473" sldId="258"/>
        </pc:sldMkLst>
        <pc:spChg chg="mod">
          <ac:chgData name="rushikesh nayak" userId="335f63fe9b7688ce" providerId="LiveId" clId="{CBEC0FC1-7493-40C3-9D22-C412FCBEBCB3}" dt="2026-09-17T21:17:26.946" v="208"/>
          <ac:spMkLst>
            <pc:docMk/>
            <pc:sldMk cId="134515473" sldId="258"/>
            <ac:spMk id="3" creationId="{CAAB1E98-80AD-6DE5-043B-D7102156E7BF}"/>
          </ac:spMkLst>
        </pc:spChg>
      </pc:sldChg>
      <pc:sldChg chg="delSp modSp new mod">
        <pc:chgData name="rushikesh nayak" userId="335f63fe9b7688ce" providerId="LiveId" clId="{CBEC0FC1-7493-40C3-9D22-C412FCBEBCB3}" dt="2026-09-17T21:18:12.935" v="219" actId="20577"/>
        <pc:sldMkLst>
          <pc:docMk/>
          <pc:sldMk cId="873020197" sldId="259"/>
        </pc:sldMkLst>
        <pc:spChg chg="mod">
          <ac:chgData name="rushikesh nayak" userId="335f63fe9b7688ce" providerId="LiveId" clId="{CBEC0FC1-7493-40C3-9D22-C412FCBEBCB3}" dt="2026-09-17T21:18:12.935" v="219" actId="20577"/>
          <ac:spMkLst>
            <pc:docMk/>
            <pc:sldMk cId="873020197" sldId="259"/>
            <ac:spMk id="3" creationId="{021DF2B1-71C7-D263-44CE-26CA754EDEB3}"/>
          </ac:spMkLst>
        </pc:spChg>
      </pc:sldChg>
      <pc:sldChg chg="modSp new mod">
        <pc:chgData name="rushikesh nayak" userId="335f63fe9b7688ce" providerId="LiveId" clId="{CBEC0FC1-7493-40C3-9D22-C412FCBEBCB3}" dt="2026-09-17T21:23:23.264" v="599" actId="115"/>
        <pc:sldMkLst>
          <pc:docMk/>
          <pc:sldMk cId="3740005112" sldId="260"/>
        </pc:sldMkLst>
        <pc:spChg chg="mod">
          <ac:chgData name="rushikesh nayak" userId="335f63fe9b7688ce" providerId="LiveId" clId="{CBEC0FC1-7493-40C3-9D22-C412FCBEBCB3}" dt="2026-09-17T21:19:03.354" v="228" actId="113"/>
          <ac:spMkLst>
            <pc:docMk/>
            <pc:sldMk cId="3740005112" sldId="260"/>
            <ac:spMk id="2" creationId="{88BAFD94-344A-C0D9-8075-0BA8DC4BBB8A}"/>
          </ac:spMkLst>
        </pc:spChg>
        <pc:spChg chg="mod">
          <ac:chgData name="rushikesh nayak" userId="335f63fe9b7688ce" providerId="LiveId" clId="{CBEC0FC1-7493-40C3-9D22-C412FCBEBCB3}" dt="2026-09-17T21:23:23.264" v="599" actId="115"/>
          <ac:spMkLst>
            <pc:docMk/>
            <pc:sldMk cId="3740005112" sldId="260"/>
            <ac:spMk id="3" creationId="{0EA8571C-718A-96CE-32C6-3939CEF4BECE}"/>
          </ac:spMkLst>
        </pc:spChg>
      </pc:sldChg>
      <pc:sldChg chg="delSp modSp new mod">
        <pc:chgData name="rushikesh nayak" userId="335f63fe9b7688ce" providerId="LiveId" clId="{CBEC0FC1-7493-40C3-9D22-C412FCBEBCB3}" dt="2026-09-17T21:26:47.004" v="790" actId="27636"/>
        <pc:sldMkLst>
          <pc:docMk/>
          <pc:sldMk cId="1515277131" sldId="261"/>
        </pc:sldMkLst>
        <pc:spChg chg="mod">
          <ac:chgData name="rushikesh nayak" userId="335f63fe9b7688ce" providerId="LiveId" clId="{CBEC0FC1-7493-40C3-9D22-C412FCBEBCB3}" dt="2026-09-17T21:26:47.004" v="790" actId="27636"/>
          <ac:spMkLst>
            <pc:docMk/>
            <pc:sldMk cId="1515277131" sldId="261"/>
            <ac:spMk id="3" creationId="{2998E068-0A26-D5AA-3EDB-D10E0CE21EA7}"/>
          </ac:spMkLst>
        </pc:spChg>
      </pc:sldChg>
      <pc:sldChg chg="delSp modSp new mod">
        <pc:chgData name="rushikesh nayak" userId="335f63fe9b7688ce" providerId="LiveId" clId="{CBEC0FC1-7493-40C3-9D22-C412FCBEBCB3}" dt="2026-09-17T21:29:12.586" v="801" actId="20577"/>
        <pc:sldMkLst>
          <pc:docMk/>
          <pc:sldMk cId="4013685059" sldId="262"/>
        </pc:sldMkLst>
        <pc:spChg chg="mod">
          <ac:chgData name="rushikesh nayak" userId="335f63fe9b7688ce" providerId="LiveId" clId="{CBEC0FC1-7493-40C3-9D22-C412FCBEBCB3}" dt="2026-09-17T21:29:12.586" v="801" actId="20577"/>
          <ac:spMkLst>
            <pc:docMk/>
            <pc:sldMk cId="4013685059" sldId="262"/>
            <ac:spMk id="3" creationId="{9AA7CA06-717D-3B9C-E403-0E3625204BAE}"/>
          </ac:spMkLst>
        </pc:spChg>
      </pc:sldChg>
      <pc:sldChg chg="modSp new mod">
        <pc:chgData name="rushikesh nayak" userId="335f63fe9b7688ce" providerId="LiveId" clId="{CBEC0FC1-7493-40C3-9D22-C412FCBEBCB3}" dt="2026-09-17T21:31:53.997" v="1003" actId="20577"/>
        <pc:sldMkLst>
          <pc:docMk/>
          <pc:sldMk cId="2784050831" sldId="263"/>
        </pc:sldMkLst>
        <pc:spChg chg="mod">
          <ac:chgData name="rushikesh nayak" userId="335f63fe9b7688ce" providerId="LiveId" clId="{CBEC0FC1-7493-40C3-9D22-C412FCBEBCB3}" dt="2026-09-17T21:29:45.005" v="809" actId="113"/>
          <ac:spMkLst>
            <pc:docMk/>
            <pc:sldMk cId="2784050831" sldId="263"/>
            <ac:spMk id="2" creationId="{0444DA3C-D88D-C610-6B7C-0710834B3A76}"/>
          </ac:spMkLst>
        </pc:spChg>
        <pc:spChg chg="mod">
          <ac:chgData name="rushikesh nayak" userId="335f63fe9b7688ce" providerId="LiveId" clId="{CBEC0FC1-7493-40C3-9D22-C412FCBEBCB3}" dt="2026-09-17T21:31:53.997" v="1003" actId="20577"/>
          <ac:spMkLst>
            <pc:docMk/>
            <pc:sldMk cId="2784050831" sldId="263"/>
            <ac:spMk id="3" creationId="{D4484390-4D82-8011-5968-6C5655AC6ACA}"/>
          </ac:spMkLst>
        </pc:spChg>
      </pc:sldChg>
      <pc:sldChg chg="modSp new mod">
        <pc:chgData name="rushikesh nayak" userId="335f63fe9b7688ce" providerId="LiveId" clId="{CBEC0FC1-7493-40C3-9D22-C412FCBEBCB3}" dt="2026-09-17T21:36:21.074" v="1341" actId="6549"/>
        <pc:sldMkLst>
          <pc:docMk/>
          <pc:sldMk cId="3204851278" sldId="264"/>
        </pc:sldMkLst>
        <pc:spChg chg="mod">
          <ac:chgData name="rushikesh nayak" userId="335f63fe9b7688ce" providerId="LiveId" clId="{CBEC0FC1-7493-40C3-9D22-C412FCBEBCB3}" dt="2026-09-17T21:32:31.647" v="1012" actId="113"/>
          <ac:spMkLst>
            <pc:docMk/>
            <pc:sldMk cId="3204851278" sldId="264"/>
            <ac:spMk id="2" creationId="{3046F42A-0B2B-0818-3359-9CF0B0154E94}"/>
          </ac:spMkLst>
        </pc:spChg>
        <pc:spChg chg="mod">
          <ac:chgData name="rushikesh nayak" userId="335f63fe9b7688ce" providerId="LiveId" clId="{CBEC0FC1-7493-40C3-9D22-C412FCBEBCB3}" dt="2026-09-17T21:36:21.074" v="1341" actId="6549"/>
          <ac:spMkLst>
            <pc:docMk/>
            <pc:sldMk cId="3204851278" sldId="264"/>
            <ac:spMk id="3" creationId="{08800DC4-971A-6B09-88FF-0844C4F9528F}"/>
          </ac:spMkLst>
        </pc:spChg>
      </pc:sldChg>
      <pc:sldChg chg="modSp new mod">
        <pc:chgData name="rushikesh nayak" userId="335f63fe9b7688ce" providerId="LiveId" clId="{CBEC0FC1-7493-40C3-9D22-C412FCBEBCB3}" dt="2026-09-17T21:40:06.448" v="1642" actId="20577"/>
        <pc:sldMkLst>
          <pc:docMk/>
          <pc:sldMk cId="3772702866" sldId="265"/>
        </pc:sldMkLst>
        <pc:spChg chg="mod">
          <ac:chgData name="rushikesh nayak" userId="335f63fe9b7688ce" providerId="LiveId" clId="{CBEC0FC1-7493-40C3-9D22-C412FCBEBCB3}" dt="2026-09-17T21:37:54.708" v="1356"/>
          <ac:spMkLst>
            <pc:docMk/>
            <pc:sldMk cId="3772702866" sldId="265"/>
            <ac:spMk id="2" creationId="{32FAD464-5220-6922-1047-6C00461DDC85}"/>
          </ac:spMkLst>
        </pc:spChg>
        <pc:spChg chg="mod">
          <ac:chgData name="rushikesh nayak" userId="335f63fe9b7688ce" providerId="LiveId" clId="{CBEC0FC1-7493-40C3-9D22-C412FCBEBCB3}" dt="2026-09-17T21:40:06.448" v="1642" actId="20577"/>
          <ac:spMkLst>
            <pc:docMk/>
            <pc:sldMk cId="3772702866" sldId="265"/>
            <ac:spMk id="3" creationId="{E341D756-3E9B-40BC-8A84-22FB774AB494}"/>
          </ac:spMkLst>
        </pc:spChg>
      </pc:sldChg>
      <pc:sldChg chg="modSp new mod">
        <pc:chgData name="rushikesh nayak" userId="335f63fe9b7688ce" providerId="LiveId" clId="{CBEC0FC1-7493-40C3-9D22-C412FCBEBCB3}" dt="2026-09-17T21:48:23.572" v="2177" actId="27636"/>
        <pc:sldMkLst>
          <pc:docMk/>
          <pc:sldMk cId="2848986873" sldId="266"/>
        </pc:sldMkLst>
        <pc:spChg chg="mod">
          <ac:chgData name="rushikesh nayak" userId="335f63fe9b7688ce" providerId="LiveId" clId="{CBEC0FC1-7493-40C3-9D22-C412FCBEBCB3}" dt="2026-09-17T21:40:54.620" v="1651" actId="113"/>
          <ac:spMkLst>
            <pc:docMk/>
            <pc:sldMk cId="2848986873" sldId="266"/>
            <ac:spMk id="2" creationId="{0B0025AF-4556-A2DA-BA33-5D775BBE2106}"/>
          </ac:spMkLst>
        </pc:spChg>
        <pc:spChg chg="mod">
          <ac:chgData name="rushikesh nayak" userId="335f63fe9b7688ce" providerId="LiveId" clId="{CBEC0FC1-7493-40C3-9D22-C412FCBEBCB3}" dt="2026-09-17T21:48:23.572" v="2177" actId="27636"/>
          <ac:spMkLst>
            <pc:docMk/>
            <pc:sldMk cId="2848986873" sldId="266"/>
            <ac:spMk id="3" creationId="{19D220EC-FF49-BE8E-6F26-9D64358172D1}"/>
          </ac:spMkLst>
        </pc:spChg>
      </pc:sldChg>
      <pc:sldChg chg="delSp modSp new mod">
        <pc:chgData name="rushikesh nayak" userId="335f63fe9b7688ce" providerId="LiveId" clId="{CBEC0FC1-7493-40C3-9D22-C412FCBEBCB3}" dt="2026-09-17T21:50:00.068" v="2193" actId="113"/>
        <pc:sldMkLst>
          <pc:docMk/>
          <pc:sldMk cId="1014617374" sldId="267"/>
        </pc:sldMkLst>
        <pc:spChg chg="mod">
          <ac:chgData name="rushikesh nayak" userId="335f63fe9b7688ce" providerId="LiveId" clId="{CBEC0FC1-7493-40C3-9D22-C412FCBEBCB3}" dt="2026-09-17T21:50:00.068" v="2193" actId="113"/>
          <ac:spMkLst>
            <pc:docMk/>
            <pc:sldMk cId="1014617374" sldId="267"/>
            <ac:spMk id="3" creationId="{C6B19A9E-7EAE-6DEA-C115-7A7E53E0F452}"/>
          </ac:spMkLst>
        </pc:spChg>
      </pc:sldChg>
      <pc:sldChg chg="modSp new mod">
        <pc:chgData name="rushikesh nayak" userId="335f63fe9b7688ce" providerId="LiveId" clId="{CBEC0FC1-7493-40C3-9D22-C412FCBEBCB3}" dt="2026-09-17T21:54:20.781" v="2475" actId="113"/>
        <pc:sldMkLst>
          <pc:docMk/>
          <pc:sldMk cId="698717752" sldId="268"/>
        </pc:sldMkLst>
        <pc:spChg chg="mod">
          <ac:chgData name="rushikesh nayak" userId="335f63fe9b7688ce" providerId="LiveId" clId="{CBEC0FC1-7493-40C3-9D22-C412FCBEBCB3}" dt="2026-09-17T21:50:37.582" v="2202" actId="113"/>
          <ac:spMkLst>
            <pc:docMk/>
            <pc:sldMk cId="698717752" sldId="268"/>
            <ac:spMk id="2" creationId="{C6632D2C-8AB2-77F2-2AEF-A529C0BA29F8}"/>
          </ac:spMkLst>
        </pc:spChg>
        <pc:spChg chg="mod">
          <ac:chgData name="rushikesh nayak" userId="335f63fe9b7688ce" providerId="LiveId" clId="{CBEC0FC1-7493-40C3-9D22-C412FCBEBCB3}" dt="2026-09-17T21:54:20.781" v="2475" actId="113"/>
          <ac:spMkLst>
            <pc:docMk/>
            <pc:sldMk cId="698717752" sldId="268"/>
            <ac:spMk id="3" creationId="{C4210182-909A-CE3B-E362-C249D3B2A945}"/>
          </ac:spMkLst>
        </pc:spChg>
      </pc:sldChg>
      <pc:sldChg chg="modSp new mod">
        <pc:chgData name="rushikesh nayak" userId="335f63fe9b7688ce" providerId="LiveId" clId="{CBEC0FC1-7493-40C3-9D22-C412FCBEBCB3}" dt="2026-09-17T22:00:21.278" v="3014" actId="20577"/>
        <pc:sldMkLst>
          <pc:docMk/>
          <pc:sldMk cId="2750824573" sldId="269"/>
        </pc:sldMkLst>
        <pc:spChg chg="mod">
          <ac:chgData name="rushikesh nayak" userId="335f63fe9b7688ce" providerId="LiveId" clId="{CBEC0FC1-7493-40C3-9D22-C412FCBEBCB3}" dt="2026-09-17T21:54:53.883" v="2481" actId="27636"/>
          <ac:spMkLst>
            <pc:docMk/>
            <pc:sldMk cId="2750824573" sldId="269"/>
            <ac:spMk id="2" creationId="{4C1B3776-4E03-1E2A-760C-150CA6758CAB}"/>
          </ac:spMkLst>
        </pc:spChg>
        <pc:spChg chg="mod">
          <ac:chgData name="rushikesh nayak" userId="335f63fe9b7688ce" providerId="LiveId" clId="{CBEC0FC1-7493-40C3-9D22-C412FCBEBCB3}" dt="2026-09-17T22:00:21.278" v="3014" actId="20577"/>
          <ac:spMkLst>
            <pc:docMk/>
            <pc:sldMk cId="2750824573" sldId="269"/>
            <ac:spMk id="3" creationId="{A2B8DBF0-3962-35C3-F0EA-E296FE0E0485}"/>
          </ac:spMkLst>
        </pc:spChg>
      </pc:sldChg>
      <pc:sldChg chg="delSp modSp new mod">
        <pc:chgData name="rushikesh nayak" userId="335f63fe9b7688ce" providerId="LiveId" clId="{CBEC0FC1-7493-40C3-9D22-C412FCBEBCB3}" dt="2026-09-17T22:03:15.123" v="3102" actId="27636"/>
        <pc:sldMkLst>
          <pc:docMk/>
          <pc:sldMk cId="2499939135" sldId="270"/>
        </pc:sldMkLst>
        <pc:spChg chg="mod">
          <ac:chgData name="rushikesh nayak" userId="335f63fe9b7688ce" providerId="LiveId" clId="{CBEC0FC1-7493-40C3-9D22-C412FCBEBCB3}" dt="2026-09-17T22:03:15.123" v="3102" actId="27636"/>
          <ac:spMkLst>
            <pc:docMk/>
            <pc:sldMk cId="2499939135" sldId="270"/>
            <ac:spMk id="3" creationId="{FEF4896C-20FE-7DBB-5D26-BF4E5DEA3022}"/>
          </ac:spMkLst>
        </pc:spChg>
      </pc:sldChg>
      <pc:sldChg chg="modSp new mod">
        <pc:chgData name="rushikesh nayak" userId="335f63fe9b7688ce" providerId="LiveId" clId="{CBEC0FC1-7493-40C3-9D22-C412FCBEBCB3}" dt="2026-09-17T22:05:42.804" v="3131" actId="255"/>
        <pc:sldMkLst>
          <pc:docMk/>
          <pc:sldMk cId="3021725960" sldId="271"/>
        </pc:sldMkLst>
        <pc:spChg chg="mod">
          <ac:chgData name="rushikesh nayak" userId="335f63fe9b7688ce" providerId="LiveId" clId="{CBEC0FC1-7493-40C3-9D22-C412FCBEBCB3}" dt="2026-09-17T22:04:00.654" v="3112" actId="113"/>
          <ac:spMkLst>
            <pc:docMk/>
            <pc:sldMk cId="3021725960" sldId="271"/>
            <ac:spMk id="2" creationId="{492FD3B2-5081-5FC6-D44A-565A6C0C2AE0}"/>
          </ac:spMkLst>
        </pc:spChg>
        <pc:spChg chg="mod">
          <ac:chgData name="rushikesh nayak" userId="335f63fe9b7688ce" providerId="LiveId" clId="{CBEC0FC1-7493-40C3-9D22-C412FCBEBCB3}" dt="2026-09-17T22:05:42.804" v="3131" actId="255"/>
          <ac:spMkLst>
            <pc:docMk/>
            <pc:sldMk cId="3021725960" sldId="271"/>
            <ac:spMk id="3" creationId="{4D4E11D3-DBD3-94A9-6087-02A65BABDA33}"/>
          </ac:spMkLst>
        </pc:spChg>
      </pc:sldChg>
      <pc:sldChg chg="addSp delSp modSp new mod">
        <pc:chgData name="rushikesh nayak" userId="335f63fe9b7688ce" providerId="LiveId" clId="{CBEC0FC1-7493-40C3-9D22-C412FCBEBCB3}" dt="2026-09-17T22:14:57.407" v="3347"/>
        <pc:sldMkLst>
          <pc:docMk/>
          <pc:sldMk cId="2425823425" sldId="272"/>
        </pc:sldMkLst>
        <pc:spChg chg="mod">
          <ac:chgData name="rushikesh nayak" userId="335f63fe9b7688ce" providerId="LiveId" clId="{CBEC0FC1-7493-40C3-9D22-C412FCBEBCB3}" dt="2026-09-17T22:06:16.522" v="3140" actId="113"/>
          <ac:spMkLst>
            <pc:docMk/>
            <pc:sldMk cId="2425823425" sldId="272"/>
            <ac:spMk id="2" creationId="{09413A56-1F83-CE1E-B7F9-92E4A2E25C4E}"/>
          </ac:spMkLst>
        </pc:spChg>
        <pc:spChg chg="mod">
          <ac:chgData name="rushikesh nayak" userId="335f63fe9b7688ce" providerId="LiveId" clId="{CBEC0FC1-7493-40C3-9D22-C412FCBEBCB3}" dt="2026-09-17T22:10:44.816" v="3307" actId="20577"/>
          <ac:spMkLst>
            <pc:docMk/>
            <pc:sldMk cId="2425823425" sldId="272"/>
            <ac:spMk id="3" creationId="{943CBEF1-3500-8A4C-0A86-FD1AFE520ADB}"/>
          </ac:spMkLst>
        </pc:spChg>
        <pc:spChg chg="add mod">
          <ac:chgData name="rushikesh nayak" userId="335f63fe9b7688ce" providerId="LiveId" clId="{CBEC0FC1-7493-40C3-9D22-C412FCBEBCB3}" dt="2026-09-17T22:08:50.983" v="3209" actId="255"/>
          <ac:spMkLst>
            <pc:docMk/>
            <pc:sldMk cId="2425823425" sldId="272"/>
            <ac:spMk id="4" creationId="{F95FB5FC-A146-7841-0259-CD4885992697}"/>
          </ac:spMkLst>
        </pc:spChg>
        <pc:spChg chg="add mod">
          <ac:chgData name="rushikesh nayak" userId="335f63fe9b7688ce" providerId="LiveId" clId="{CBEC0FC1-7493-40C3-9D22-C412FCBEBCB3}" dt="2026-09-17T22:14:26.223" v="3338"/>
          <ac:spMkLst>
            <pc:docMk/>
            <pc:sldMk cId="2425823425" sldId="272"/>
            <ac:spMk id="7" creationId="{6377D8BE-F187-27D4-5521-44F9ABD9985C}"/>
          </ac:spMkLst>
        </pc:spChg>
        <pc:spChg chg="add mod">
          <ac:chgData name="rushikesh nayak" userId="335f63fe9b7688ce" providerId="LiveId" clId="{CBEC0FC1-7493-40C3-9D22-C412FCBEBCB3}" dt="2026-09-17T22:14:54.230" v="3345" actId="1076"/>
          <ac:spMkLst>
            <pc:docMk/>
            <pc:sldMk cId="2425823425" sldId="272"/>
            <ac:spMk id="8" creationId="{38564CE9-A6D8-A93B-1DBD-220EF09FA5BA}"/>
          </ac:spMkLst>
        </pc:spChg>
        <pc:graphicFrameChg chg="add mod modGraphic">
          <ac:chgData name="rushikesh nayak" userId="335f63fe9b7688ce" providerId="LiveId" clId="{CBEC0FC1-7493-40C3-9D22-C412FCBEBCB3}" dt="2026-09-17T22:14:12.164" v="3335" actId="14100"/>
          <ac:graphicFrameMkLst>
            <pc:docMk/>
            <pc:sldMk cId="2425823425" sldId="272"/>
            <ac:graphicFrameMk id="6" creationId="{74840326-0901-13B5-FB33-193A8807B095}"/>
          </ac:graphicFrameMkLst>
        </pc:graphicFrameChg>
      </pc:sldChg>
      <pc:sldChg chg="modSp new mod">
        <pc:chgData name="rushikesh nayak" userId="335f63fe9b7688ce" providerId="LiveId" clId="{CBEC0FC1-7493-40C3-9D22-C412FCBEBCB3}" dt="2026-09-17T22:17:17.735" v="3371" actId="20577"/>
        <pc:sldMkLst>
          <pc:docMk/>
          <pc:sldMk cId="2710527505" sldId="273"/>
        </pc:sldMkLst>
        <pc:spChg chg="mod">
          <ac:chgData name="rushikesh nayak" userId="335f63fe9b7688ce" providerId="LiveId" clId="{CBEC0FC1-7493-40C3-9D22-C412FCBEBCB3}" dt="2026-09-17T22:15:27.779" v="3354" actId="27636"/>
          <ac:spMkLst>
            <pc:docMk/>
            <pc:sldMk cId="2710527505" sldId="273"/>
            <ac:spMk id="2" creationId="{2B7501CA-69E7-30BB-B1B0-D2A77917ED30}"/>
          </ac:spMkLst>
        </pc:spChg>
        <pc:spChg chg="mod">
          <ac:chgData name="rushikesh nayak" userId="335f63fe9b7688ce" providerId="LiveId" clId="{CBEC0FC1-7493-40C3-9D22-C412FCBEBCB3}" dt="2026-09-17T22:17:17.735" v="3371" actId="20577"/>
          <ac:spMkLst>
            <pc:docMk/>
            <pc:sldMk cId="2710527505" sldId="273"/>
            <ac:spMk id="3" creationId="{3503B993-ABA8-813E-B081-610D58971714}"/>
          </ac:spMkLst>
        </pc:spChg>
      </pc:sldChg>
      <pc:sldChg chg="delSp modSp new mod">
        <pc:chgData name="rushikesh nayak" userId="335f63fe9b7688ce" providerId="LiveId" clId="{CBEC0FC1-7493-40C3-9D22-C412FCBEBCB3}" dt="2026-09-17T22:18:05.760" v="3385" actId="255"/>
        <pc:sldMkLst>
          <pc:docMk/>
          <pc:sldMk cId="2117644824" sldId="274"/>
        </pc:sldMkLst>
        <pc:spChg chg="mod">
          <ac:chgData name="rushikesh nayak" userId="335f63fe9b7688ce" providerId="LiveId" clId="{CBEC0FC1-7493-40C3-9D22-C412FCBEBCB3}" dt="2026-09-17T22:18:05.760" v="3385" actId="255"/>
          <ac:spMkLst>
            <pc:docMk/>
            <pc:sldMk cId="2117644824" sldId="274"/>
            <ac:spMk id="3" creationId="{3FC77527-D30A-3677-D207-D02F5E5029FA}"/>
          </ac:spMkLst>
        </pc:spChg>
      </pc:sldChg>
      <pc:sldChg chg="addSp modSp new">
        <pc:chgData name="rushikesh nayak" userId="335f63fe9b7688ce" providerId="LiveId" clId="{CBEC0FC1-7493-40C3-9D22-C412FCBEBCB3}" dt="2026-09-22T19:32:41.955" v="3388" actId="14100"/>
        <pc:sldMkLst>
          <pc:docMk/>
          <pc:sldMk cId="1235986700" sldId="275"/>
        </pc:sldMkLst>
        <pc:graphicFrameChg chg="add mod">
          <ac:chgData name="rushikesh nayak" userId="335f63fe9b7688ce" providerId="LiveId" clId="{CBEC0FC1-7493-40C3-9D22-C412FCBEBCB3}" dt="2026-09-22T19:32:41.955" v="3388" actId="14100"/>
          <ac:graphicFrameMkLst>
            <pc:docMk/>
            <pc:sldMk cId="1235986700" sldId="275"/>
            <ac:graphicFrameMk id="2" creationId="{8F53EA4D-E6C3-5202-9CBC-507E301A34A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E9C0-0927-3FB7-11E1-6369CD1F80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F9B82-6965-19E4-ABDF-5C377F850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905B6-6B4B-E304-1D82-7BEA3100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0855B-50E6-477F-BF47-B0431BE7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BE64-B458-20D7-59BE-064F593A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8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CD92-7098-B4EA-B47F-750FE862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5CD6E-1572-C5F3-E4DE-47EA4069D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2F22C-10C4-10C7-3D6D-44E5A199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3EA77-117C-81A2-AC3B-364A23D2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0A7D9-77DE-BD29-55CF-D8C7005E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9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AC49C-2B55-3665-16DE-310053B06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3C8B3-987D-BA7A-18D9-62D66F107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E14C0-93BF-0F63-3D8F-338EE3DC2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E27F-62FE-00C1-3BE0-04D95A37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784F0-9DCD-8E20-CB42-6518A52F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46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65EA-EFB4-149A-9883-08C57ECF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B4259-CBC4-B650-8ACA-99F511F28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98692-93C4-3FDF-4E1D-3265BB9F2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070CF-B9FD-E5B7-7A21-402C76FD9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FBCA9-A867-1989-6F2D-2903FDFA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D9D10-53A3-2D26-5DE1-FF6216F6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BC6F-7BF3-5F4C-2A39-3F172ABA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BE46D-705D-E84C-D32B-4A7E351F5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BA1CD-6045-389C-3E82-F293D3D4E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47290-5E84-D204-539E-212DCB789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CCA60-C404-F08B-3121-67F15B98B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5F487-55F6-3C53-51D4-8F2D0135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BCB35-144D-2510-036A-C6749352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8C30E0-8DB3-FA7A-39E1-8182CF22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5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F6AD1-5E08-C48E-6470-65201FE5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47C3B-D7E6-F68D-F77D-4E0E9071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2CD75C-BBEC-AE2E-B309-44065AA10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208565-C6A3-CDA5-B87B-FFDC861E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5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6184A-D578-6393-6EB0-5E312AB7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E5487-9173-F1FC-1EEF-4F90D837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1B27F-D24A-4D8C-6BF9-759C0F53B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09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AAE5-659E-F0EE-ABBB-F4AB580F0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DA52-D196-84F6-6A0C-D442A3337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C2254-7763-1104-DC89-783A9BEAB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CEE9E-8A8F-E389-E867-4B78D71D6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34243-E3B6-AB46-CAC7-AE9ED74A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E638A-AFBA-0BCF-FAD9-AA8879D0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7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A586-6175-04F5-401F-A81711CB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1C5332-2D52-BA93-8A6A-3715C7962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C9AD7-C4E3-59C6-2F3C-D9880DB1A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FC338-21B1-737A-C08C-E3CC5332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8F74D-4161-AF2F-F4FB-A7F0DDFA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B123F-5B0F-B72A-BCE6-53FBA75DA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0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75E6-DE34-4C73-CE8D-FA8AC0AA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094AE-5582-C3E4-B097-806259B3C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0F03C-3E30-9673-7D8C-0D6E2BC4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F18C1-34BF-63E1-2938-FA22C0AF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D2537-F8C3-F3B0-67C2-6873C845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8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147CEB-7B22-068D-1016-921B9BFFE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A392B-FB21-6955-0D00-9B69FA85E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97B15-A8B8-D298-E2BE-5901D7F5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1967D-7613-45DA-5E5A-78F38507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0E6F6-B948-CD3A-B66B-C33765AC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88D72B-BEA6-01C2-B0C5-60685587F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F7567-243E-C1A0-204C-84BA42533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56B3A-5812-B844-F8F5-A97747685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593CA-EF36-405B-8B89-0404B4408DA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19751-05E7-A472-74EB-9C4FEF827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E98D0-07C7-FD39-8DE3-B9ADE8794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0E5AC-4FB9-4B9B-A511-B12D803BA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15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07A2E-E270-D18F-63F7-A0D5BDF30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274320"/>
            <a:ext cx="11576304" cy="6391656"/>
          </a:xfrm>
        </p:spPr>
        <p:txBody>
          <a:bodyPr/>
          <a:lstStyle/>
          <a:p>
            <a:r>
              <a:rPr lang="en-US" b="1" dirty="0"/>
              <a:t>FIFO, Queue Operations &amp; Circular Array Implementation</a:t>
            </a:r>
          </a:p>
          <a:p>
            <a:endParaRPr lang="en-US" b="1" dirty="0"/>
          </a:p>
          <a:p>
            <a:r>
              <a:rPr lang="en-US" b="1" dirty="0"/>
              <a:t>Student Name:</a:t>
            </a:r>
            <a:r>
              <a:rPr lang="en-US" dirty="0"/>
              <a:t> Rushikesh Nayak</a:t>
            </a:r>
          </a:p>
          <a:p>
            <a:br>
              <a:rPr lang="en-US" dirty="0"/>
            </a:br>
            <a:r>
              <a:rPr lang="en-US" b="1" dirty="0"/>
              <a:t>Course:</a:t>
            </a:r>
            <a:r>
              <a:rPr lang="en-US" dirty="0"/>
              <a:t> CSC-6021 – Data Structures and Algorithms II</a:t>
            </a:r>
          </a:p>
          <a:p>
            <a:br>
              <a:rPr lang="en-US" dirty="0"/>
            </a:br>
            <a:r>
              <a:rPr lang="en-US" b="1" dirty="0"/>
              <a:t>Professor:</a:t>
            </a:r>
            <a:r>
              <a:rPr lang="en-US" dirty="0"/>
              <a:t> Professor Victor </a:t>
            </a:r>
            <a:r>
              <a:rPr lang="en-US" dirty="0" err="1"/>
              <a:t>Govindaswamy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Assignment:</a:t>
            </a:r>
            <a:r>
              <a:rPr lang="en-US" dirty="0"/>
              <a:t> BLA – Lab 01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Topic:</a:t>
            </a:r>
            <a:r>
              <a:rPr lang="en-US" dirty="0"/>
              <a:t> Queue &amp; Circular Queue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Concordia University Chicago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07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70E7-AFBA-723A-81C0-490A10AFA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2687"/>
          </a:xfrm>
        </p:spPr>
        <p:txBody>
          <a:bodyPr/>
          <a:lstStyle/>
          <a:p>
            <a:pPr algn="ctr"/>
            <a:r>
              <a:rPr lang="en-US" b="1" u="sng" dirty="0"/>
              <a:t>Queue Data Structure &amp; FIFO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E406-D35B-10F4-3D4E-AA5C6F53E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456" y="841248"/>
            <a:ext cx="11750040" cy="6016751"/>
          </a:xfrm>
        </p:spPr>
        <p:txBody>
          <a:bodyPr/>
          <a:lstStyle/>
          <a:p>
            <a:r>
              <a:rPr lang="en-US" b="1" dirty="0"/>
              <a:t>What is a Queue?</a:t>
            </a:r>
          </a:p>
          <a:p>
            <a:r>
              <a:rPr lang="en-US" dirty="0"/>
              <a:t>A Queue is a linear data structure where elements are processed in the same order in which they arrive. Unlike a Stack, a Queue uses two ends.</a:t>
            </a:r>
          </a:p>
          <a:p>
            <a:r>
              <a:rPr lang="en-US" dirty="0"/>
              <a:t>The REAR is the end where a new element is added, while the FRONT is the end where an element is removed.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FIFO — First In, First Out</a:t>
            </a:r>
          </a:p>
          <a:p>
            <a:r>
              <a:rPr lang="en-US" dirty="0"/>
              <a:t>A Queue follows the </a:t>
            </a:r>
            <a:r>
              <a:rPr lang="en-US" b="1" dirty="0"/>
              <a:t>FIFO (First In, First Out)</a:t>
            </a:r>
            <a:r>
              <a:rPr lang="en-US" dirty="0"/>
              <a:t> principle. This means the element that enters the Queue first will also be the first element removed.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0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1E98-80AD-6DE5-043B-D7102156E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37160"/>
            <a:ext cx="11676888" cy="6556248"/>
          </a:xfrm>
        </p:spPr>
        <p:txBody>
          <a:bodyPr/>
          <a:lstStyle/>
          <a:p>
            <a:r>
              <a:rPr lang="en-US" dirty="0"/>
              <a:t>For example, suppose we add:</a:t>
            </a:r>
          </a:p>
          <a:p>
            <a:pPr marL="0" indent="0">
              <a:buNone/>
            </a:pPr>
            <a:r>
              <a:rPr lang="en-US" dirty="0"/>
              <a:t>    15 → 25 → 35</a:t>
            </a:r>
          </a:p>
          <a:p>
            <a:pPr marL="0" indent="0">
              <a:buNone/>
            </a:pPr>
            <a:r>
              <a:rPr lang="en-US" dirty="0"/>
              <a:t> The Queue becomes:</a:t>
            </a:r>
          </a:p>
          <a:p>
            <a:pPr marL="0" indent="0">
              <a:buNone/>
            </a:pPr>
            <a:r>
              <a:rPr lang="en-US" dirty="0"/>
              <a:t>                              FIRST OUT                                                                 LAST IN</a:t>
            </a:r>
          </a:p>
          <a:p>
            <a:pPr marL="0" indent="0">
              <a:buNone/>
            </a:pPr>
            <a:r>
              <a:rPr lang="en-US" dirty="0"/>
              <a:t>                                     ↓                                                                                  ↓</a:t>
            </a:r>
          </a:p>
          <a:p>
            <a:pPr marL="0" indent="0">
              <a:buNone/>
            </a:pPr>
            <a:r>
              <a:rPr lang="en-US" dirty="0"/>
              <a:t>             FRONT →  [ 15 ]  →  [ 25 ]  →  [ 35 ]  ←  REAR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Since 15 entered first, it will leave first. After 15 is removed, 25 becomes the new FRONT.</a:t>
            </a:r>
          </a:p>
          <a:p>
            <a:r>
              <a:rPr lang="en-US" b="1" dirty="0"/>
              <a:t>FRONT and REAR</a:t>
            </a:r>
          </a:p>
          <a:p>
            <a:r>
              <a:rPr lang="en-US" b="1" dirty="0"/>
              <a:t>FRONT</a:t>
            </a:r>
            <a:r>
              <a:rPr lang="en-US" dirty="0"/>
              <a:t> points to the element that will be removed next.</a:t>
            </a:r>
          </a:p>
          <a:p>
            <a:r>
              <a:rPr lang="en-US" b="1" dirty="0"/>
              <a:t>REAR</a:t>
            </a:r>
            <a:r>
              <a:rPr lang="en-US" dirty="0"/>
              <a:t> points to the most recently added element and shows where the Queue currently ends.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DF2B1-71C7-D263-44CE-26CA754ED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896" y="155448"/>
            <a:ext cx="11686032" cy="6620256"/>
          </a:xfrm>
        </p:spPr>
        <p:txBody>
          <a:bodyPr/>
          <a:lstStyle/>
          <a:p>
            <a:endParaRPr lang="en-US" b="1" dirty="0"/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Think about customers waiting at a </a:t>
            </a:r>
            <a:r>
              <a:rPr lang="en-US" b="1" dirty="0"/>
              <a:t>checkout counter</a:t>
            </a:r>
            <a:r>
              <a:rPr lang="en-US" dirty="0"/>
              <a:t>. The customer who arrives first stands at the front and is normally served first. New customers join at the rear of the line.</a:t>
            </a:r>
          </a:p>
          <a:p>
            <a:r>
              <a:rPr lang="en-US" dirty="0"/>
              <a:t>Therefore:</a:t>
            </a:r>
          </a:p>
          <a:p>
            <a:r>
              <a:rPr lang="en-US" b="1" dirty="0"/>
              <a:t>First Customer In → First Customer Out = FIFO</a:t>
            </a:r>
            <a:endParaRPr lang="en-US" dirty="0"/>
          </a:p>
          <a:p>
            <a:r>
              <a:rPr lang="en-US" b="1" dirty="0"/>
              <a:t>Easy Comparison</a:t>
            </a:r>
          </a:p>
          <a:p>
            <a:r>
              <a:rPr lang="en-US" b="1" dirty="0"/>
              <a:t>Stack → LIFO → One working end called TOP</a:t>
            </a:r>
            <a:endParaRPr lang="en-US" dirty="0"/>
          </a:p>
          <a:p>
            <a:r>
              <a:rPr lang="en-US" b="1" dirty="0"/>
              <a:t>Queue → FIFO → FRONT for removal + REAR for insertion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02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AFD94-344A-C0D9-8075-0BA8DC4B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Enqueue, Dequeue &amp; Queue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8571C-718A-96CE-32C6-3939CEF4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4" y="841248"/>
            <a:ext cx="11841480" cy="5843016"/>
          </a:xfrm>
        </p:spPr>
        <p:txBody>
          <a:bodyPr/>
          <a:lstStyle/>
          <a:p>
            <a:r>
              <a:rPr lang="en-US" dirty="0"/>
              <a:t>Main Queue Operations</a:t>
            </a:r>
          </a:p>
          <a:p>
            <a:r>
              <a:rPr lang="en-US" b="1" dirty="0"/>
              <a:t>Enqueue — Adding an Element</a:t>
            </a:r>
          </a:p>
          <a:p>
            <a:r>
              <a:rPr lang="en-US" dirty="0"/>
              <a:t>enqueue() is used to </a:t>
            </a:r>
            <a:r>
              <a:rPr lang="en-US" b="1" dirty="0"/>
              <a:t>insert a new element at the REAR</a:t>
            </a:r>
            <a:r>
              <a:rPr lang="en-US" dirty="0"/>
              <a:t> of the Queue.</a:t>
            </a:r>
          </a:p>
          <a:p>
            <a:pPr marL="0" indent="0">
              <a:buNone/>
            </a:pPr>
            <a:r>
              <a:rPr lang="en-US" dirty="0"/>
              <a:t>Suppose: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sz="2200" dirty="0"/>
              <a:t>FRONT                                     REAR</a:t>
            </a:r>
          </a:p>
          <a:p>
            <a:pPr marL="0" indent="0">
              <a:buNone/>
            </a:pPr>
            <a:r>
              <a:rPr lang="en-US" sz="2200" dirty="0"/>
              <a:t>               ↓                                                ↓</a:t>
            </a:r>
          </a:p>
          <a:p>
            <a:pPr marL="0" indent="0">
              <a:buNone/>
            </a:pPr>
            <a:r>
              <a:rPr lang="en-US" sz="2200" dirty="0"/>
              <a:t>            [ 15 ]  →  [ 25 ]  →  [ 35 ]</a:t>
            </a:r>
          </a:p>
          <a:p>
            <a:r>
              <a:rPr lang="en-US" sz="1800" dirty="0"/>
              <a:t>Now perform:</a:t>
            </a:r>
          </a:p>
          <a:p>
            <a:r>
              <a:rPr lang="en-US" sz="1800" b="1" dirty="0"/>
              <a:t>enqueue(45)</a:t>
            </a:r>
          </a:p>
          <a:p>
            <a:r>
              <a:rPr lang="en-US" sz="1800" b="1" u="sng" dirty="0"/>
              <a:t>Result:</a:t>
            </a:r>
          </a:p>
          <a:p>
            <a:pPr marL="0" indent="0">
              <a:buNone/>
            </a:pPr>
            <a:r>
              <a:rPr lang="en-US" sz="2200" dirty="0"/>
              <a:t>                                            FRONT                                                REAR</a:t>
            </a:r>
          </a:p>
          <a:p>
            <a:pPr marL="0" indent="0">
              <a:buNone/>
            </a:pPr>
            <a:r>
              <a:rPr lang="en-US" sz="2200" dirty="0"/>
              <a:t>                                                ↓                                                              ↓</a:t>
            </a:r>
          </a:p>
          <a:p>
            <a:pPr marL="0" indent="0">
              <a:buNone/>
            </a:pPr>
            <a:r>
              <a:rPr lang="en-US" sz="2200" dirty="0"/>
              <a:t>                                             [ 15 ]  →  [ 25 ]  →  [ 35 ]  →  [ 45 ]</a:t>
            </a:r>
          </a:p>
        </p:txBody>
      </p:sp>
    </p:spTree>
    <p:extLst>
      <p:ext uri="{BB962C8B-B14F-4D97-AF65-F5344CB8AC3E}">
        <p14:creationId xmlns:p14="http://schemas.microsoft.com/office/powerpoint/2010/main" val="374000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8E068-0A26-D5AA-3EDB-D10E0CE21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" y="101600"/>
            <a:ext cx="11887200" cy="6631709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Dequeue — Removing an Element</a:t>
            </a:r>
            <a:endParaRPr lang="en-US" b="1" dirty="0"/>
          </a:p>
          <a:p>
            <a:pPr>
              <a:buFont typeface="Symbol" panose="05050102010706020507" pitchFamily="18" charset="2"/>
              <a:buChar char="Þ"/>
            </a:pPr>
            <a:r>
              <a:rPr lang="en-US" dirty="0"/>
              <a:t>dequeue() removes the element from the </a:t>
            </a:r>
            <a:r>
              <a:rPr lang="en-US" b="1" dirty="0"/>
              <a:t>FRONT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Starting with</a:t>
            </a:r>
          </a:p>
          <a:p>
            <a:pPr marL="0" indent="0">
              <a:buNone/>
            </a:pPr>
            <a:r>
              <a:rPr lang="en-US" b="1" dirty="0"/>
              <a:t>          FRONT                                             REAR</a:t>
            </a:r>
          </a:p>
          <a:p>
            <a:pPr marL="0" indent="0">
              <a:buNone/>
            </a:pPr>
            <a:r>
              <a:rPr lang="en-US" b="1" dirty="0"/>
              <a:t>             ↓                                                            ↓</a:t>
            </a:r>
          </a:p>
          <a:p>
            <a:pPr marL="0" indent="0">
              <a:buNone/>
            </a:pPr>
            <a:r>
              <a:rPr lang="en-US" b="1" dirty="0"/>
              <a:t>         [ 15 ]  →  [ 25 ]  →  [ 35 ]  →  [ 45 ]</a:t>
            </a:r>
          </a:p>
          <a:p>
            <a:r>
              <a:rPr lang="en-US" sz="2200" dirty="0"/>
              <a:t>Perform:</a:t>
            </a:r>
          </a:p>
          <a:p>
            <a:r>
              <a:rPr lang="en-US" sz="2200" b="1" dirty="0"/>
              <a:t>dequeue()</a:t>
            </a:r>
            <a:endParaRPr lang="en-US" sz="2200" dirty="0"/>
          </a:p>
          <a:p>
            <a:r>
              <a:rPr lang="en-US" sz="2200" dirty="0"/>
              <a:t>15 is removed:</a:t>
            </a:r>
          </a:p>
          <a:p>
            <a:pPr marL="0" indent="0">
              <a:buNone/>
            </a:pPr>
            <a:r>
              <a:rPr lang="en-US" b="1" dirty="0"/>
              <a:t>                         FRONT                REAR</a:t>
            </a:r>
          </a:p>
          <a:p>
            <a:pPr marL="0" indent="0">
              <a:buNone/>
            </a:pPr>
            <a:r>
              <a:rPr lang="en-US" b="1" dirty="0"/>
              <a:t>                               ↓                          ↓</a:t>
            </a:r>
          </a:p>
          <a:p>
            <a:pPr marL="0" indent="0">
              <a:buNone/>
            </a:pPr>
            <a:r>
              <a:rPr lang="en-US" b="1" dirty="0"/>
              <a:t>                          [ 25 ] → [ 35 ] → [ 45 ]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Removed → 15</a:t>
            </a:r>
          </a:p>
          <a:p>
            <a:r>
              <a:rPr lang="en-US" dirty="0"/>
              <a:t>Now 25 becomes the new FRONT.</a:t>
            </a:r>
          </a:p>
          <a:p>
            <a:r>
              <a:rPr lang="en-US" dirty="0"/>
              <a:t>This demonstrates </a:t>
            </a:r>
            <a:r>
              <a:rPr lang="en-US" b="1" dirty="0"/>
              <a:t>FIFO</a:t>
            </a:r>
            <a:r>
              <a:rPr lang="en-US" dirty="0"/>
              <a:t>, because 15 was inserted before 25, 35, and 45, so it was removed first.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1527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7CA06-717D-3B9C-E403-0E3625204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35" y="249382"/>
            <a:ext cx="11693237" cy="6465454"/>
          </a:xfrm>
        </p:spPr>
        <p:txBody>
          <a:bodyPr>
            <a:normAutofit/>
          </a:bodyPr>
          <a:lstStyle/>
          <a:p>
            <a:r>
              <a:rPr lang="en-US" sz="3000" b="1" dirty="0"/>
              <a:t>Other Important Checks</a:t>
            </a:r>
          </a:p>
          <a:p>
            <a:endParaRPr lang="en-US" sz="3000" b="1" dirty="0"/>
          </a:p>
          <a:p>
            <a:r>
              <a:rPr lang="en-US" sz="3000" b="1" dirty="0" err="1"/>
              <a:t>isEmpty</a:t>
            </a:r>
            <a:r>
              <a:rPr lang="en-US" sz="3000" b="1" dirty="0"/>
              <a:t>()</a:t>
            </a:r>
            <a:r>
              <a:rPr lang="en-US" sz="3000" dirty="0"/>
              <a:t> checks whether the Queue contains no elements. This check should be made before trying to dequeue.</a:t>
            </a:r>
          </a:p>
          <a:p>
            <a:endParaRPr lang="en-US" sz="3000" b="1" dirty="0"/>
          </a:p>
          <a:p>
            <a:r>
              <a:rPr lang="en-US" sz="3000" b="1" dirty="0" err="1"/>
              <a:t>isFull</a:t>
            </a:r>
            <a:r>
              <a:rPr lang="en-US" sz="3000" b="1" dirty="0"/>
              <a:t>()</a:t>
            </a:r>
            <a:r>
              <a:rPr lang="en-US" sz="3000" dirty="0"/>
              <a:t> checks whether all available positions in the fixed-size array are occupied.</a:t>
            </a:r>
          </a:p>
          <a:p>
            <a:endParaRPr lang="en-US" sz="3000" b="1" dirty="0"/>
          </a:p>
          <a:p>
            <a:r>
              <a:rPr lang="en-US" sz="3000" b="1" dirty="0"/>
              <a:t>Display</a:t>
            </a:r>
            <a:r>
              <a:rPr lang="en-US" sz="3000" dirty="0"/>
              <a:t> shows the current elements of the Queue from FRONT toward REAR.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1368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DA3C-D88D-C610-6B7C-0710834B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/>
          <a:lstStyle/>
          <a:p>
            <a:pPr algn="ctr"/>
            <a:r>
              <a:rPr lang="en-US" b="1" dirty="0"/>
              <a:t>Main Required Queue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84390-4D82-8011-5968-6C5655AC6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0"/>
            <a:ext cx="10515600" cy="556952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ENQUEUE 45</a:t>
            </a:r>
          </a:p>
          <a:p>
            <a:pPr marL="0" indent="0">
              <a:buNone/>
            </a:pPr>
            <a:r>
              <a:rPr lang="en-US" dirty="0"/>
              <a:t>                            ↓</a:t>
            </a:r>
          </a:p>
          <a:p>
            <a:pPr marL="0" indent="0">
              <a:buNone/>
            </a:pPr>
            <a:r>
              <a:rPr lang="en-US" dirty="0"/>
              <a:t>                            ↓</a:t>
            </a:r>
          </a:p>
          <a:p>
            <a:pPr marL="0" indent="0">
              <a:buNone/>
            </a:pPr>
            <a:r>
              <a:rPr lang="en-US" dirty="0"/>
              <a:t>               FRONT                                              REAR</a:t>
            </a:r>
          </a:p>
          <a:p>
            <a:pPr marL="0" indent="0">
              <a:buNone/>
            </a:pPr>
            <a:r>
              <a:rPr lang="en-US" dirty="0"/>
              <a:t>                 ↓                                                             ↓</a:t>
            </a:r>
          </a:p>
          <a:p>
            <a:pPr marL="0" indent="0">
              <a:buNone/>
            </a:pPr>
            <a:r>
              <a:rPr lang="en-US" dirty="0"/>
              <a:t>               [ 15 ]  →  [ 25 ]  →  [ 35 ]  →  [ 45 ]</a:t>
            </a:r>
          </a:p>
          <a:p>
            <a:pPr marL="0" indent="0">
              <a:buNone/>
            </a:pPr>
            <a:r>
              <a:rPr lang="en-US" dirty="0"/>
              <a:t>      │</a:t>
            </a:r>
          </a:p>
          <a:p>
            <a:pPr marL="0" indent="0">
              <a:buNone/>
            </a:pPr>
            <a:r>
              <a:rPr lang="en-US" dirty="0"/>
              <a:t>      │  DEQUEUE</a:t>
            </a:r>
          </a:p>
          <a:p>
            <a:pPr marL="0" indent="0">
              <a:buNone/>
            </a:pPr>
            <a:r>
              <a:rPr lang="en-US" dirty="0"/>
              <a:t>      ↓</a:t>
            </a:r>
          </a:p>
          <a:p>
            <a:pPr marL="0" indent="0">
              <a:buNone/>
            </a:pPr>
            <a:r>
              <a:rPr lang="en-US" dirty="0"/>
              <a:t>     15 leaves first</a:t>
            </a:r>
          </a:p>
        </p:txBody>
      </p:sp>
    </p:spTree>
    <p:extLst>
      <p:ext uri="{BB962C8B-B14F-4D97-AF65-F5344CB8AC3E}">
        <p14:creationId xmlns:p14="http://schemas.microsoft.com/office/powerpoint/2010/main" val="2784050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F42A-0B2B-0818-3359-9CF0B0154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Queue Overflow &amp;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00DC4-971A-6B09-88FF-0844C4F95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1" y="794327"/>
            <a:ext cx="11924145" cy="5975928"/>
          </a:xfrm>
        </p:spPr>
        <p:txBody>
          <a:bodyPr>
            <a:normAutofit/>
          </a:bodyPr>
          <a:lstStyle/>
          <a:p>
            <a:r>
              <a:rPr lang="en-US" sz="2200" dirty="0"/>
              <a:t>There are two important error conditions that we need to handle when using a fixed-size Queue.</a:t>
            </a:r>
          </a:p>
          <a:p>
            <a:r>
              <a:rPr lang="en-US" sz="2200" b="1" dirty="0"/>
              <a:t>Queue Overflow</a:t>
            </a:r>
          </a:p>
          <a:p>
            <a:r>
              <a:rPr lang="en-US" sz="2200" b="1" dirty="0"/>
              <a:t>Queue Overflow</a:t>
            </a:r>
            <a:r>
              <a:rPr lang="en-US" sz="2200" dirty="0"/>
              <a:t> occurs when we try to enqueue() another element but the Queue has no available position.</a:t>
            </a:r>
          </a:p>
          <a:p>
            <a:r>
              <a:rPr lang="en-US" sz="2200" dirty="0"/>
              <a:t>Suppose the Queue capacity is </a:t>
            </a:r>
            <a:r>
              <a:rPr lang="en-US" sz="2200" b="1" dirty="0"/>
              <a:t>5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r>
              <a:rPr lang="en-US" sz="2200" dirty="0"/>
              <a:t>       Index                0                  1                  2                  3              4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              ┌───────┬───────┬───────┬───────┬───────┐</a:t>
            </a:r>
          </a:p>
          <a:p>
            <a:pPr marL="0" indent="0">
              <a:buNone/>
            </a:pPr>
            <a:r>
              <a:rPr lang="en-US" sz="2200" dirty="0"/>
              <a:t>     Queue   │  15           │  25            │            35  │            45   │          55   │</a:t>
            </a:r>
          </a:p>
          <a:p>
            <a:pPr marL="0" indent="0">
              <a:buNone/>
            </a:pPr>
            <a:r>
              <a:rPr lang="en-US" sz="2200" dirty="0"/>
              <a:t>                      └───────┴───────┴───────┴───────┴───────┘</a:t>
            </a:r>
          </a:p>
          <a:p>
            <a:pPr marL="0" indent="0">
              <a:buNone/>
            </a:pPr>
            <a:r>
              <a:rPr lang="en-US" sz="2200" dirty="0"/>
              <a:t>                           ↑                                                                                   ↑</a:t>
            </a:r>
          </a:p>
          <a:p>
            <a:pPr marL="0" indent="0">
              <a:buNone/>
            </a:pPr>
            <a:r>
              <a:rPr lang="en-US" sz="2200" dirty="0"/>
              <a:t>                     FRONT                                                                        REAR</a:t>
            </a:r>
          </a:p>
          <a:p>
            <a:endParaRPr lang="en-US" sz="2200" dirty="0"/>
          </a:p>
          <a:p>
            <a:pPr marL="0" indent="0">
              <a:buNone/>
            </a:pPr>
            <a:r>
              <a:rPr lang="en-US" sz="2200" dirty="0"/>
              <a:t>                     FULL</a:t>
            </a:r>
          </a:p>
        </p:txBody>
      </p:sp>
    </p:spTree>
    <p:extLst>
      <p:ext uri="{BB962C8B-B14F-4D97-AF65-F5344CB8AC3E}">
        <p14:creationId xmlns:p14="http://schemas.microsoft.com/office/powerpoint/2010/main" val="320485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D464-5220-6922-1047-6C00461DD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127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Queue Underflow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1D756-3E9B-40BC-8A84-22FB774AB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491" y="942109"/>
            <a:ext cx="11757891" cy="578196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Queue Underflow</a:t>
            </a:r>
            <a:r>
              <a:rPr lang="en-US" dirty="0"/>
              <a:t> happens when we try to dequeue() from an </a:t>
            </a:r>
            <a:r>
              <a:rPr lang="en-US" b="1" dirty="0"/>
              <a:t>empty Queue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Index                0               1                 2                   3                   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┌───────┬───────┬───────┬───────┬───────┐</a:t>
            </a:r>
          </a:p>
          <a:p>
            <a:pPr marL="0" indent="0">
              <a:buNone/>
            </a:pPr>
            <a:r>
              <a:rPr lang="en-US" dirty="0"/>
              <a:t>Queue   │ EMPTY   │ EMPTY    │ EMPTY     │ EMPTY    │ EMPTY   │</a:t>
            </a:r>
          </a:p>
          <a:p>
            <a:pPr marL="0" indent="0">
              <a:buNone/>
            </a:pPr>
            <a:r>
              <a:rPr lang="en-US" dirty="0"/>
              <a:t>                 └───────┴───────┴───────┴───────┴───────┘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    EMPTY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     dequeue()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↓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✕</a:t>
            </a:r>
          </a:p>
          <a:p>
            <a:pPr marL="0" indent="0">
              <a:buNone/>
            </a:pPr>
            <a:r>
              <a:rPr lang="en-US" dirty="0"/>
              <a:t>                                                  QUEUE UNDERFLOW</a:t>
            </a:r>
          </a:p>
        </p:txBody>
      </p:sp>
    </p:spTree>
    <p:extLst>
      <p:ext uri="{BB962C8B-B14F-4D97-AF65-F5344CB8AC3E}">
        <p14:creationId xmlns:p14="http://schemas.microsoft.com/office/powerpoint/2010/main" val="377270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25AF-4556-A2DA-BA33-5D775BBE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Problem With a Linear Array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20EC-FF49-BE8E-6F26-9D6435817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27" y="831273"/>
            <a:ext cx="11804073" cy="5938982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Limitation of a Linear Array Queue</a:t>
            </a:r>
          </a:p>
          <a:p>
            <a:r>
              <a:rPr lang="en-US" sz="2000" dirty="0"/>
              <a:t>This is one of the most important concepts to explain because it tells us </a:t>
            </a:r>
            <a:r>
              <a:rPr lang="en-US" sz="2000" b="1" dirty="0"/>
              <a:t>why Circular Queue is needed</a:t>
            </a:r>
            <a:r>
              <a:rPr lang="en-US" sz="2000" dirty="0"/>
              <a:t>.</a:t>
            </a:r>
          </a:p>
          <a:p>
            <a:r>
              <a:rPr lang="en-US" sz="2000" dirty="0"/>
              <a:t>Suppose we create a Queue using a static array with a maximum size of </a:t>
            </a:r>
            <a:r>
              <a:rPr lang="en-US" sz="2000" b="1" dirty="0"/>
              <a:t>5</a:t>
            </a:r>
            <a:r>
              <a:rPr lang="en-US" sz="2000" dirty="0"/>
              <a:t>.</a:t>
            </a:r>
          </a:p>
          <a:p>
            <a:pPr marL="0" indent="0" algn="ctr">
              <a:buNone/>
            </a:pPr>
            <a:r>
              <a:rPr lang="en-US" sz="1200" dirty="0"/>
              <a:t>Index         0                1                    2                   3                4</a:t>
            </a:r>
          </a:p>
          <a:p>
            <a:pPr marL="0" indent="0" algn="ctr">
              <a:buNone/>
            </a:pPr>
            <a:r>
              <a:rPr lang="en-US" sz="1200" dirty="0"/>
              <a:t>                 ┌───────┬───────┬───────┬───────┬───────┐</a:t>
            </a:r>
          </a:p>
          <a:p>
            <a:pPr marL="0" indent="0" algn="ctr">
              <a:buNone/>
            </a:pPr>
            <a:r>
              <a:rPr lang="en-US" sz="1200" dirty="0"/>
              <a:t>Queue   │  15           │  25            │  35             │  45            │  55           │</a:t>
            </a:r>
          </a:p>
          <a:p>
            <a:pPr marL="0" indent="0" algn="ctr">
              <a:buNone/>
            </a:pPr>
            <a:r>
              <a:rPr lang="en-US" sz="1200" dirty="0"/>
              <a:t>                 └───────┴───────┴───────┴───────┴───────┘</a:t>
            </a:r>
          </a:p>
          <a:p>
            <a:pPr marL="0" indent="0" algn="ctr">
              <a:buNone/>
            </a:pPr>
            <a:r>
              <a:rPr lang="en-US" sz="1200" dirty="0"/>
              <a:t>                        ↑                                                                                   ↑</a:t>
            </a:r>
          </a:p>
          <a:p>
            <a:pPr marL="0" indent="0" algn="ctr">
              <a:buNone/>
            </a:pPr>
            <a:r>
              <a:rPr lang="en-US" sz="1200" dirty="0"/>
              <a:t>                    FRONT                                                                      REAR</a:t>
            </a:r>
          </a:p>
          <a:p>
            <a:r>
              <a:rPr lang="en-US" sz="1200" dirty="0"/>
              <a:t>Now we perform:</a:t>
            </a:r>
          </a:p>
          <a:p>
            <a:r>
              <a:rPr lang="en-US" sz="1200" b="1" dirty="0"/>
              <a:t>dequeue() → removes 15</a:t>
            </a:r>
            <a:endParaRPr lang="en-US" sz="1200" dirty="0"/>
          </a:p>
          <a:p>
            <a:r>
              <a:rPr lang="en-US" sz="1200" b="1" dirty="0"/>
              <a:t>dequeue() → removes 25</a:t>
            </a:r>
            <a:endParaRPr lang="en-US" sz="1200" dirty="0"/>
          </a:p>
          <a:p>
            <a:r>
              <a:rPr lang="en-US" sz="1200" dirty="0"/>
              <a:t>Our array now looks conceptually like:</a:t>
            </a:r>
          </a:p>
          <a:p>
            <a:pPr marL="0" indent="0">
              <a:buNone/>
            </a:pPr>
            <a:r>
              <a:rPr lang="en-US" sz="1200" dirty="0"/>
              <a:t>                                                                                                                          Index                 0               1                  2                   3             4</a:t>
            </a:r>
          </a:p>
          <a:p>
            <a:pPr marL="0" indent="0" algn="ctr">
              <a:buNone/>
            </a:pPr>
            <a:r>
              <a:rPr lang="en-US" sz="1200" dirty="0"/>
              <a:t>                 ┌───────┬───────┬───────┬───────┬───────┐</a:t>
            </a:r>
          </a:p>
          <a:p>
            <a:pPr marL="0" indent="0" algn="ctr">
              <a:buNone/>
            </a:pPr>
            <a:r>
              <a:rPr lang="en-US" sz="1200" dirty="0"/>
              <a:t>Queue   │ EMPTY   │ EMPTY    │  35             │  45            │  55           │</a:t>
            </a:r>
          </a:p>
          <a:p>
            <a:pPr marL="0" indent="0" algn="ctr">
              <a:buNone/>
            </a:pPr>
            <a:r>
              <a:rPr lang="en-US" sz="1200" dirty="0"/>
              <a:t>                 └───────┴───────┴───────┴───────┴───────┘</a:t>
            </a:r>
          </a:p>
          <a:p>
            <a:pPr marL="0" indent="0" algn="ctr">
              <a:buNone/>
            </a:pPr>
            <a:r>
              <a:rPr lang="en-US" sz="1200" dirty="0"/>
              <a:t>                           ↑                 ↑</a:t>
            </a:r>
          </a:p>
          <a:p>
            <a:pPr marL="0" indent="0" algn="ctr">
              <a:buNone/>
            </a:pPr>
            <a:r>
              <a:rPr lang="en-US" sz="1200" dirty="0"/>
              <a:t>                         FRONT              REAR</a:t>
            </a:r>
          </a:p>
          <a:p>
            <a:pPr marL="0" indent="0" algn="ctr">
              <a:buNone/>
            </a:pPr>
            <a:r>
              <a:rPr lang="en-US" sz="1200" dirty="0"/>
              <a:t>There are </a:t>
            </a:r>
            <a:r>
              <a:rPr lang="en-US" sz="1200" b="1" dirty="0"/>
              <a:t>two empty positions</a:t>
            </a:r>
            <a:r>
              <a:rPr lang="en-US" sz="1200" dirty="0"/>
              <a:t> at indexes </a:t>
            </a:r>
            <a:r>
              <a:rPr lang="en-US" dirty="0"/>
              <a:t>0</a:t>
            </a:r>
            <a:r>
              <a:rPr lang="en-US" sz="1200" dirty="0"/>
              <a:t> and </a:t>
            </a:r>
            <a:r>
              <a:rPr lang="en-US" dirty="0"/>
              <a:t>1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986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9A9E-7EAE-6DEA-C115-7A7E53E0F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145" y="120073"/>
            <a:ext cx="11757891" cy="66132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However, in a simple linear Queue implementation where rear only moves forward, REAR has already reached the last index (4).</a:t>
            </a:r>
          </a:p>
          <a:p>
            <a:r>
              <a:rPr lang="en-US" dirty="0"/>
              <a:t>If we simply say:</a:t>
            </a:r>
          </a:p>
          <a:p>
            <a:r>
              <a:rPr lang="en-US" b="1" dirty="0"/>
              <a:t>enqueue(65)</a:t>
            </a:r>
            <a:endParaRPr lang="en-US" dirty="0"/>
          </a:p>
          <a:p>
            <a:r>
              <a:rPr lang="en-US" dirty="0"/>
              <a:t>there is nowhere farther to move REAR.</a:t>
            </a:r>
          </a:p>
          <a:p>
            <a:r>
              <a:rPr lang="en-US" b="1" dirty="0"/>
              <a:t>So what is the problem?</a:t>
            </a:r>
          </a:p>
          <a:p>
            <a:r>
              <a:rPr lang="en-US" dirty="0"/>
              <a:t>The array is not physically full because indexes 0 and 1 are empty.</a:t>
            </a:r>
          </a:p>
          <a:p>
            <a:r>
              <a:rPr lang="en-US" dirty="0"/>
              <a:t>But the simple linear Queue cannot efficiently reuse those earlier positions because REAR only moves forward.</a:t>
            </a:r>
          </a:p>
          <a:p>
            <a:r>
              <a:rPr lang="en-US" dirty="0"/>
              <a:t>This leads to wasted array space.</a:t>
            </a:r>
          </a:p>
          <a:p>
            <a:r>
              <a:rPr lang="en-US" b="1" dirty="0"/>
              <a:t>Why not just shift everything?</a:t>
            </a:r>
          </a:p>
          <a:p>
            <a:r>
              <a:rPr lang="en-US" dirty="0"/>
              <a:t>We could move 35, 45, and 55 toward the beginning every time elements are removed, but repeatedly shifting elements creates unnecessary work.</a:t>
            </a:r>
          </a:p>
          <a:p>
            <a:r>
              <a:rPr lang="en-US" dirty="0"/>
              <a:t>A better solution is:</a:t>
            </a:r>
          </a:p>
          <a:p>
            <a:r>
              <a:rPr lang="en-US" b="1" dirty="0"/>
              <a:t>Circular Queue</a:t>
            </a:r>
          </a:p>
          <a:p>
            <a:r>
              <a:rPr lang="en-US" dirty="0"/>
              <a:t>Instead of shifting all the elements, we allow REAR to wrap around to the beginning of the array and reuse available positions.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17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2D2C-8AB2-77F2-2AEF-A529C0BA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Circular Queue &amp; Wrap-Around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10182-909A-CE3B-E362-C249D3B2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5" y="766618"/>
            <a:ext cx="11951855" cy="599440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A </a:t>
            </a:r>
            <a:r>
              <a:rPr lang="en-US" sz="2200" b="1" dirty="0"/>
              <a:t>Circular Queue</a:t>
            </a:r>
            <a:r>
              <a:rPr lang="en-US" sz="2200" dirty="0"/>
              <a:t> is an improved version of an array-based Queue where the last array position is logically connected back to the first position.</a:t>
            </a:r>
          </a:p>
          <a:p>
            <a:r>
              <a:rPr lang="en-US" sz="2200" dirty="0"/>
              <a:t>The physical array is </a:t>
            </a:r>
            <a:r>
              <a:rPr lang="en-US" sz="2200" b="1" dirty="0"/>
              <a:t>still straight</a:t>
            </a:r>
            <a:r>
              <a:rPr lang="en-US" sz="2200" dirty="0"/>
              <a:t>.</a:t>
            </a:r>
          </a:p>
          <a:p>
            <a:r>
              <a:rPr lang="en-US" sz="2200" dirty="0"/>
              <a:t>The word </a:t>
            </a:r>
            <a:r>
              <a:rPr lang="en-US" sz="2200" b="1" dirty="0"/>
              <a:t>circular</a:t>
            </a:r>
            <a:r>
              <a:rPr lang="en-US" sz="2200" dirty="0"/>
              <a:t> describes how the front and rear positions move.</a:t>
            </a:r>
          </a:p>
          <a:p>
            <a:r>
              <a:rPr lang="en-US" sz="2200" dirty="0"/>
              <a:t>When REAR reaches the last index, it can return to index 0 if that position has become available.</a:t>
            </a:r>
          </a:p>
          <a:p>
            <a:r>
              <a:rPr lang="en-US" sz="2200" b="1" dirty="0"/>
              <a:t>Before Wrap-Around</a:t>
            </a:r>
          </a:p>
          <a:p>
            <a:r>
              <a:rPr lang="en-US" sz="2200" dirty="0"/>
              <a:t>After removing 15 and 25:</a:t>
            </a:r>
          </a:p>
          <a:p>
            <a:pPr marL="0" indent="0">
              <a:buNone/>
            </a:pPr>
            <a:r>
              <a:rPr lang="en-US" sz="2000" dirty="0"/>
              <a:t>Index                     0                  1                 2                      3               4</a:t>
            </a:r>
          </a:p>
          <a:p>
            <a:pPr marL="0" indent="0">
              <a:buNone/>
            </a:pPr>
            <a:r>
              <a:rPr lang="en-US" sz="2000" dirty="0"/>
              <a:t>                       ┌───────┬───────┬───────┬───────┬───────┐</a:t>
            </a:r>
          </a:p>
          <a:p>
            <a:pPr marL="0" indent="0">
              <a:buNone/>
            </a:pPr>
            <a:r>
              <a:rPr lang="en-US" sz="2000" dirty="0"/>
              <a:t>Queue         │ EMPTY    │ EMPTY   │  35             │  45            │  55          │</a:t>
            </a:r>
          </a:p>
          <a:p>
            <a:pPr marL="0" indent="0">
              <a:buNone/>
            </a:pPr>
            <a:r>
              <a:rPr lang="en-US" sz="2000" dirty="0"/>
              <a:t>                       └───────┴───────┴───────┴───────┴───────┘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↑                                      ↑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FRONT                          REAR</a:t>
            </a:r>
          </a:p>
          <a:p>
            <a:r>
              <a:rPr lang="en-US" sz="2000" dirty="0"/>
              <a:t>Now perform:</a:t>
            </a:r>
          </a:p>
          <a:p>
            <a:r>
              <a:rPr lang="en-US" dirty="0"/>
              <a:t>enqueue(65)</a:t>
            </a:r>
            <a:endParaRPr lang="en-US" sz="2000" dirty="0"/>
          </a:p>
          <a:p>
            <a:r>
              <a:rPr lang="en-US" sz="2000" dirty="0"/>
              <a:t>Instead of stopping at index </a:t>
            </a:r>
            <a:r>
              <a:rPr lang="en-US" dirty="0"/>
              <a:t>4</a:t>
            </a:r>
            <a:r>
              <a:rPr lang="en-US" sz="2000" dirty="0"/>
              <a:t>, REAR wraps around to index </a:t>
            </a:r>
            <a:r>
              <a:rPr lang="en-US" dirty="0"/>
              <a:t>0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871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3776-4E03-1E2A-760C-150CA675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After First Wrap-Around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8DBF0-3962-35C3-F0EA-E296FE0E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99" y="681037"/>
            <a:ext cx="11970327" cy="6176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 Index                0               1                  2                    3              4</a:t>
            </a:r>
          </a:p>
          <a:p>
            <a:pPr marL="0" indent="0">
              <a:buNone/>
            </a:pPr>
            <a:r>
              <a:rPr lang="en-US" sz="1500" dirty="0"/>
              <a:t>                 ┌───────┬───────┬───────┬───────┬───────┐</a:t>
            </a:r>
          </a:p>
          <a:p>
            <a:pPr marL="0" indent="0">
              <a:buNone/>
            </a:pPr>
            <a:r>
              <a:rPr lang="en-US" sz="1500" dirty="0"/>
              <a:t>Queue   │  65           │ EMPTY    │    35           │  45            │  55           │</a:t>
            </a:r>
          </a:p>
          <a:p>
            <a:pPr marL="0" indent="0">
              <a:buNone/>
            </a:pPr>
            <a:r>
              <a:rPr lang="en-US" sz="1500" dirty="0"/>
              <a:t>                 └───────┴───────┴───────┴───────┴───────┘</a:t>
            </a:r>
          </a:p>
          <a:p>
            <a:pPr marL="0" indent="0">
              <a:buNone/>
            </a:pPr>
            <a:r>
              <a:rPr lang="en-US" sz="1500" dirty="0"/>
              <a:t>                        ↑                                      ↑</a:t>
            </a:r>
          </a:p>
          <a:p>
            <a:pPr marL="0" indent="0">
              <a:buNone/>
            </a:pPr>
            <a:r>
              <a:rPr lang="en-US" sz="1500" dirty="0"/>
              <a:t>                      REAR                        FRONT</a:t>
            </a:r>
          </a:p>
          <a:p>
            <a:pPr marL="0" indent="0">
              <a:buNone/>
            </a:pPr>
            <a:r>
              <a:rPr lang="en-US" sz="1500" dirty="0"/>
              <a:t>                          ↑</a:t>
            </a:r>
          </a:p>
          <a:p>
            <a:pPr marL="0" indent="0">
              <a:buNone/>
            </a:pPr>
            <a:r>
              <a:rPr lang="en-US" sz="1500" dirty="0"/>
              <a:t>                   REUSED</a:t>
            </a:r>
          </a:p>
          <a:p>
            <a:pPr marL="0" indent="0">
              <a:buNone/>
            </a:pPr>
            <a:r>
              <a:rPr lang="en-US" sz="1500" dirty="0"/>
              <a:t>                    INDEX 0</a:t>
            </a:r>
          </a:p>
          <a:p>
            <a:r>
              <a:rPr lang="en-US" sz="1500" dirty="0"/>
              <a:t>Now:</a:t>
            </a:r>
          </a:p>
          <a:p>
            <a:r>
              <a:rPr lang="en-US" sz="1500" b="1" dirty="0"/>
              <a:t>enqueue(75)</a:t>
            </a:r>
            <a:endParaRPr lang="en-US" sz="1500" dirty="0"/>
          </a:p>
          <a:p>
            <a:r>
              <a:rPr lang="en-US" sz="1500" dirty="0"/>
              <a:t>REAR moves to index 1.</a:t>
            </a:r>
          </a:p>
          <a:p>
            <a:pPr marL="0" indent="0">
              <a:buNone/>
            </a:pPr>
            <a:r>
              <a:rPr lang="en-US" sz="1500" dirty="0"/>
              <a:t>Index                  0               1                   2                      3                  4</a:t>
            </a:r>
          </a:p>
          <a:p>
            <a:pPr marL="0" indent="0">
              <a:buNone/>
            </a:pPr>
            <a:r>
              <a:rPr lang="en-US" sz="1500" dirty="0"/>
              <a:t>                  ┌───────┬───────┬───────┬───────┬───────┐</a:t>
            </a:r>
          </a:p>
          <a:p>
            <a:pPr marL="0" indent="0">
              <a:buNone/>
            </a:pPr>
            <a:r>
              <a:rPr lang="en-US" sz="1500" dirty="0"/>
              <a:t>Queue   │  65            │  75             │  35            │  45             │  55           │</a:t>
            </a:r>
          </a:p>
          <a:p>
            <a:pPr marL="0" indent="0">
              <a:buNone/>
            </a:pPr>
            <a:r>
              <a:rPr lang="en-US" sz="1500" dirty="0"/>
              <a:t>                  └───────┴───────┴───────┴───────┴───────┘</a:t>
            </a:r>
          </a:p>
          <a:p>
            <a:pPr marL="0" indent="0">
              <a:buNone/>
            </a:pPr>
            <a:r>
              <a:rPr lang="en-US" sz="1500" dirty="0"/>
              <a:t>                                                   ↑               ↑</a:t>
            </a:r>
          </a:p>
          <a:p>
            <a:pPr marL="0" indent="0">
              <a:buNone/>
            </a:pPr>
            <a:r>
              <a:rPr lang="en-US" sz="1500" dirty="0"/>
              <a:t>                                              REAR    FRONT</a:t>
            </a:r>
          </a:p>
        </p:txBody>
      </p:sp>
    </p:spTree>
    <p:extLst>
      <p:ext uri="{BB962C8B-B14F-4D97-AF65-F5344CB8AC3E}">
        <p14:creationId xmlns:p14="http://schemas.microsoft.com/office/powerpoint/2010/main" val="2750824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4896C-20FE-7DBB-5D26-BF4E5DEA3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836" y="129308"/>
            <a:ext cx="11970328" cy="6576291"/>
          </a:xfrm>
        </p:spPr>
        <p:txBody>
          <a:bodyPr>
            <a:normAutofit/>
          </a:bodyPr>
          <a:lstStyle/>
          <a:p>
            <a:r>
              <a:rPr lang="en-US" sz="2200" dirty="0"/>
              <a:t>The Queue is now logically:</a:t>
            </a:r>
          </a:p>
          <a:p>
            <a:pPr marL="0" indent="0">
              <a:buNone/>
            </a:pPr>
            <a:r>
              <a:rPr lang="en-US" sz="1900" dirty="0"/>
              <a:t>    FRONT</a:t>
            </a:r>
          </a:p>
          <a:p>
            <a:pPr marL="0" indent="0">
              <a:buNone/>
            </a:pPr>
            <a:r>
              <a:rPr lang="en-US" sz="1900" dirty="0"/>
              <a:t>      ↓</a:t>
            </a:r>
          </a:p>
          <a:p>
            <a:pPr marL="0" indent="0">
              <a:buNone/>
            </a:pPr>
            <a:r>
              <a:rPr lang="en-US" sz="1900" dirty="0"/>
              <a:t>     35 → 45 → 55 → 65 → 75</a:t>
            </a:r>
          </a:p>
          <a:p>
            <a:pPr marL="0" indent="0">
              <a:buNone/>
            </a:pPr>
            <a:r>
              <a:rPr lang="en-US" sz="1900" dirty="0"/>
              <a:t>                                              ↑</a:t>
            </a:r>
          </a:p>
          <a:p>
            <a:pPr marL="0" indent="0">
              <a:buNone/>
            </a:pPr>
            <a:r>
              <a:rPr lang="en-US" sz="1900" dirty="0"/>
              <a:t>                                        REAR</a:t>
            </a:r>
          </a:p>
          <a:p>
            <a:r>
              <a:rPr lang="en-US" sz="1700" dirty="0"/>
              <a:t>Even though 65 and 75 are physically stored at indexes 0 and 1, they come </a:t>
            </a:r>
            <a:r>
              <a:rPr lang="en-US" sz="1700" b="1" dirty="0"/>
              <a:t>after 55 in Queue order</a:t>
            </a:r>
            <a:r>
              <a:rPr lang="en-US" sz="1700" dirty="0"/>
              <a:t>.</a:t>
            </a:r>
          </a:p>
          <a:p>
            <a:r>
              <a:rPr lang="en-US" sz="1700" dirty="0"/>
              <a:t>That is an important point to explain to your professor.</a:t>
            </a:r>
          </a:p>
          <a:p>
            <a:r>
              <a:rPr lang="en-US" sz="1700" b="1" dirty="0"/>
              <a:t>Wrap-Around Rule</a:t>
            </a:r>
          </a:p>
          <a:p>
            <a:r>
              <a:rPr lang="en-US" sz="1700" dirty="0"/>
              <a:t>In the C++ program, circular movement is commonly handled with:</a:t>
            </a:r>
          </a:p>
          <a:p>
            <a:pPr marL="0" indent="0">
              <a:buNone/>
            </a:pPr>
            <a:r>
              <a:rPr lang="en-US" sz="1900" dirty="0"/>
              <a:t>(rear + 1) % SIZE</a:t>
            </a:r>
          </a:p>
          <a:p>
            <a:r>
              <a:rPr lang="en-US" sz="1900" dirty="0"/>
              <a:t>For a size of 5, if:</a:t>
            </a:r>
          </a:p>
          <a:p>
            <a:r>
              <a:rPr lang="en-US" sz="1900" dirty="0"/>
              <a:t>rear = 4</a:t>
            </a:r>
          </a:p>
          <a:p>
            <a:r>
              <a:rPr lang="en-US" sz="1900" dirty="0"/>
              <a:t>then:</a:t>
            </a:r>
          </a:p>
          <a:p>
            <a:r>
              <a:rPr lang="en-US" sz="1900" dirty="0"/>
              <a:t>(4 + 1) % 5 = 0</a:t>
            </a:r>
          </a:p>
          <a:p>
            <a:r>
              <a:rPr lang="en-US" sz="1900" dirty="0"/>
              <a:t>So REAR returns to </a:t>
            </a:r>
            <a:r>
              <a:rPr lang="en-US" sz="1900" b="1" dirty="0"/>
              <a:t>index 0</a:t>
            </a:r>
            <a:r>
              <a:rPr lang="en-US" sz="1900" dirty="0"/>
              <a:t>.</a:t>
            </a:r>
          </a:p>
          <a:p>
            <a:r>
              <a:rPr lang="en-US" sz="1900" dirty="0"/>
              <a:t>This is how the program creates the circular behavior without physically moving the array.</a:t>
            </a:r>
          </a:p>
          <a:p>
            <a:pPr marL="0" indent="0"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499939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D3B2-5081-5FC6-D44A-565A6C0C2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656"/>
            <a:ext cx="12118109" cy="61638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Circular Queue Benefits + Layperson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11D3-DBD3-94A9-6087-02A65BABD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09" y="803564"/>
            <a:ext cx="11988800" cy="5989780"/>
          </a:xfrm>
        </p:spPr>
        <p:txBody>
          <a:bodyPr>
            <a:normAutofit/>
          </a:bodyPr>
          <a:lstStyle/>
          <a:p>
            <a:r>
              <a:rPr lang="en-US" sz="2200" b="1" u="sng" dirty="0"/>
              <a:t>Better Use of Array Space</a:t>
            </a:r>
          </a:p>
          <a:p>
            <a:r>
              <a:rPr lang="en-US" sz="2200" dirty="0"/>
              <a:t>The biggest advantage of a Circular Queue is that it can reuse positions that become empty after dequeue operations.</a:t>
            </a:r>
          </a:p>
          <a:p>
            <a:r>
              <a:rPr lang="en-US" sz="2200" dirty="0"/>
              <a:t>A linear Queue can waste available positions near the beginning of an array, while a Circular Queue allows FRONT and REAR to wrap around.</a:t>
            </a:r>
          </a:p>
          <a:p>
            <a:r>
              <a:rPr lang="en-US" sz="2200" b="1" dirty="0"/>
              <a:t>No Need to Shift Elements</a:t>
            </a:r>
          </a:p>
          <a:p>
            <a:r>
              <a:rPr lang="en-US" sz="2200" dirty="0"/>
              <a:t>When an element is removed, we do not need to move every remaining element one position forward.</a:t>
            </a:r>
          </a:p>
          <a:p>
            <a:r>
              <a:rPr lang="en-US" sz="2200" dirty="0"/>
              <a:t>Instead, we update the FRONT position.</a:t>
            </a:r>
          </a:p>
          <a:p>
            <a:r>
              <a:rPr lang="en-US" sz="2200" dirty="0"/>
              <a:t>This makes the fixed-size array easier to reuse.</a:t>
            </a:r>
          </a:p>
          <a:p>
            <a:r>
              <a:rPr lang="en-US" sz="2200" b="1" dirty="0"/>
              <a:t>Fixed Capacity</a:t>
            </a:r>
          </a:p>
          <a:p>
            <a:r>
              <a:rPr lang="en-US" sz="2200" dirty="0"/>
              <a:t>Because we are using a static array, the maximum number of elements is still fixed.</a:t>
            </a:r>
          </a:p>
          <a:p>
            <a:r>
              <a:rPr lang="en-US" sz="2200" dirty="0"/>
              <a:t>A Circular Queue does not create unlimited space. It simply uses the available fixed space more efficiently.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21725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3A56-1F83-CE1E-B7F9-92E4A2E2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Layperson Example — Circular Waiting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BEF1-3500-8A4C-0A86-FD1AFE52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55" y="822036"/>
            <a:ext cx="11933381" cy="5892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/>
              <a:t>       [0]    ←    [4]</a:t>
            </a:r>
          </a:p>
          <a:p>
            <a:pPr marL="0" indent="0">
              <a:buNone/>
            </a:pPr>
            <a:r>
              <a:rPr lang="en-US" sz="1900" dirty="0"/>
              <a:t>         ↓           ↑</a:t>
            </a:r>
          </a:p>
          <a:p>
            <a:pPr marL="0" indent="0">
              <a:buNone/>
            </a:pPr>
            <a:r>
              <a:rPr lang="en-US" sz="1900" dirty="0"/>
              <a:t>        [1]       [3]</a:t>
            </a:r>
          </a:p>
          <a:p>
            <a:pPr marL="0" indent="0">
              <a:buNone/>
            </a:pPr>
            <a:r>
              <a:rPr lang="en-US" sz="1900" dirty="0"/>
              <a:t>             ↘ ↗</a:t>
            </a:r>
          </a:p>
          <a:p>
            <a:pPr marL="0" indent="0">
              <a:buNone/>
            </a:pPr>
            <a:r>
              <a:rPr lang="en-US" sz="1900" dirty="0"/>
              <a:t>             [2]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                                       Final Difference</a:t>
            </a:r>
            <a:endParaRPr lang="en-US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FB5FC-A146-7841-0259-CD4885992697}"/>
              </a:ext>
            </a:extLst>
          </p:cNvPr>
          <p:cNvSpPr txBox="1"/>
          <p:nvPr/>
        </p:nvSpPr>
        <p:spPr>
          <a:xfrm>
            <a:off x="2309091" y="960582"/>
            <a:ext cx="98182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When the system reaches the last position, it can return to the first position once that position becomes free.</a:t>
            </a:r>
          </a:p>
          <a:p>
            <a:r>
              <a:rPr lang="en-US" sz="2200" dirty="0"/>
              <a:t>This is similar to a Circular Queue: after reaching the end, we reuse available positions from the beginning instead of wasting them.</a:t>
            </a:r>
          </a:p>
          <a:p>
            <a:endParaRPr lang="en-US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840326-0901-13B5-FB33-193A8807B0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9114"/>
              </p:ext>
            </p:extLst>
          </p:nvPr>
        </p:nvGraphicFramePr>
        <p:xfrm>
          <a:off x="628072" y="3103418"/>
          <a:ext cx="11369964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4982">
                  <a:extLst>
                    <a:ext uri="{9D8B030D-6E8A-4147-A177-3AD203B41FA5}">
                      <a16:colId xmlns:a16="http://schemas.microsoft.com/office/drawing/2014/main" val="3194725983"/>
                    </a:ext>
                  </a:extLst>
                </a:gridCol>
                <a:gridCol w="5684982">
                  <a:extLst>
                    <a:ext uri="{9D8B030D-6E8A-4147-A177-3AD203B41FA5}">
                      <a16:colId xmlns:a16="http://schemas.microsoft.com/office/drawing/2014/main" val="481058658"/>
                    </a:ext>
                  </a:extLst>
                </a:gridCol>
              </a:tblGrid>
              <a:tr h="187498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Linear Array Queue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REAR moves toward the end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Earlier empty spaces may be wasted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May require shifting in some approaches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Simple but less space-efficient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Circular Queue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REAR can wrap around</a:t>
                      </a:r>
                    </a:p>
                    <a:p>
                      <a:r>
                        <a:rPr lang="en-US" dirty="0"/>
                        <a:t>Earlier empty spaces are reused</a:t>
                      </a:r>
                    </a:p>
                    <a:p>
                      <a:r>
                        <a:rPr lang="en-US" dirty="0"/>
                        <a:t>No repeated shifting is needed</a:t>
                      </a:r>
                    </a:p>
                    <a:p>
                      <a:r>
                        <a:rPr lang="en-US" dirty="0"/>
                        <a:t>Better use of fixed array 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57261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377D8BE-F187-27D4-5521-44F9ABD9985C}"/>
              </a:ext>
            </a:extLst>
          </p:cNvPr>
          <p:cNvSpPr txBox="1"/>
          <p:nvPr/>
        </p:nvSpPr>
        <p:spPr>
          <a:xfrm>
            <a:off x="3823855" y="6197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564CE9-A6D8-A93B-1DBD-220EF09FA5BA}"/>
              </a:ext>
            </a:extLst>
          </p:cNvPr>
          <p:cNvSpPr txBox="1"/>
          <p:nvPr/>
        </p:nvSpPr>
        <p:spPr>
          <a:xfrm>
            <a:off x="725054" y="5669017"/>
            <a:ext cx="10358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Circular Queue follows FIFO just like a normal Queue, but it allows FRONT and REAR to wrap around the fixed-size array so that empty positions can be reused.</a:t>
            </a:r>
          </a:p>
        </p:txBody>
      </p:sp>
    </p:spTree>
    <p:extLst>
      <p:ext uri="{BB962C8B-B14F-4D97-AF65-F5344CB8AC3E}">
        <p14:creationId xmlns:p14="http://schemas.microsoft.com/office/powerpoint/2010/main" val="2425823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01CA-69E7-30BB-B1B0-D2A77917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C++ Implementation &amp; Intentional Wrap-Around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3B993-ABA8-813E-B081-610D58971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3" y="785090"/>
            <a:ext cx="11970327" cy="5966691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Data Storage:</a:t>
            </a:r>
            <a:br>
              <a:rPr lang="en-US" sz="2200" dirty="0"/>
            </a:br>
            <a:r>
              <a:rPr lang="en-US" sz="2200" dirty="0"/>
              <a:t>A fixed-size integer array stores the Queue elements.</a:t>
            </a:r>
          </a:p>
          <a:p>
            <a:endParaRPr lang="en-US" sz="2200" dirty="0"/>
          </a:p>
          <a:p>
            <a:r>
              <a:rPr lang="en-US" sz="2200" b="1" dirty="0"/>
              <a:t>FRONT:</a:t>
            </a:r>
            <a:br>
              <a:rPr lang="en-US" sz="2200" dirty="0"/>
            </a:br>
            <a:r>
              <a:rPr lang="en-US" sz="2200" dirty="0"/>
              <a:t>Keeps track of the element that should be removed next.</a:t>
            </a:r>
          </a:p>
          <a:p>
            <a:endParaRPr lang="en-US" sz="2200" dirty="0"/>
          </a:p>
          <a:p>
            <a:r>
              <a:rPr lang="en-US" sz="2200" b="1" dirty="0"/>
              <a:t>REAR:</a:t>
            </a:r>
            <a:br>
              <a:rPr lang="en-US" sz="2200" dirty="0"/>
            </a:br>
            <a:r>
              <a:rPr lang="en-US" sz="2200" dirty="0"/>
              <a:t>Keeps track of where the newest element is stored.</a:t>
            </a:r>
          </a:p>
          <a:p>
            <a:endParaRPr lang="en-US" sz="2200" b="1" dirty="0"/>
          </a:p>
          <a:p>
            <a:r>
              <a:rPr lang="en-US" sz="2200" b="1" dirty="0"/>
              <a:t>Enqueue:</a:t>
            </a:r>
            <a:br>
              <a:rPr lang="en-US" sz="2200" dirty="0"/>
            </a:br>
            <a:r>
              <a:rPr lang="en-US" sz="2200" dirty="0"/>
              <a:t>Adds an element at REAR and uses circular movement when necessary.</a:t>
            </a:r>
          </a:p>
          <a:p>
            <a:endParaRPr lang="en-US" sz="2200" b="1" dirty="0"/>
          </a:p>
          <a:p>
            <a:r>
              <a:rPr lang="en-US" sz="2200" b="1" dirty="0"/>
              <a:t>Dequeue:</a:t>
            </a:r>
            <a:br>
              <a:rPr lang="en-US" sz="2200" dirty="0"/>
            </a:br>
            <a:r>
              <a:rPr lang="en-US" sz="2200" dirty="0"/>
              <a:t>Removes the element at FRONT and moves FRONT to the next circular position.</a:t>
            </a:r>
          </a:p>
          <a:p>
            <a:endParaRPr lang="en-US" sz="2200" b="1" dirty="0"/>
          </a:p>
          <a:p>
            <a:r>
              <a:rPr lang="en-US" sz="2200" b="1" dirty="0"/>
              <a:t>Wrap-Around:</a:t>
            </a:r>
            <a:br>
              <a:rPr lang="en-US" sz="2200" dirty="0"/>
            </a:br>
            <a:r>
              <a:rPr lang="en-US" sz="2200" dirty="0"/>
              <a:t>When REAR reaches the last index, the next available position can be index 0.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10527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77527-D30A-3677-D207-D02F5E502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92364"/>
            <a:ext cx="11933382" cy="6677891"/>
          </a:xfrm>
        </p:spPr>
        <p:txBody>
          <a:bodyPr>
            <a:normAutofit/>
          </a:bodyPr>
          <a:lstStyle/>
          <a:p>
            <a:r>
              <a:rPr lang="en-US" sz="1200" dirty="0"/>
              <a:t>Capacity = 5</a:t>
            </a:r>
          </a:p>
          <a:p>
            <a:endParaRPr lang="en-US" sz="1200" dirty="0"/>
          </a:p>
          <a:p>
            <a:r>
              <a:rPr lang="en-US" sz="1200" dirty="0"/>
              <a:t>enqueue(15)</a:t>
            </a:r>
          </a:p>
          <a:p>
            <a:r>
              <a:rPr lang="en-US" sz="1200" dirty="0"/>
              <a:t>enqueue(25)</a:t>
            </a:r>
          </a:p>
          <a:p>
            <a:r>
              <a:rPr lang="en-US" sz="1200" dirty="0"/>
              <a:t>enqueue(35)</a:t>
            </a:r>
          </a:p>
          <a:p>
            <a:r>
              <a:rPr lang="en-US" sz="1200" dirty="0"/>
              <a:t>enqueue(45)</a:t>
            </a:r>
          </a:p>
          <a:p>
            <a:r>
              <a:rPr lang="en-US" sz="1200" dirty="0"/>
              <a:t>enqueue(55)</a:t>
            </a:r>
          </a:p>
          <a:p>
            <a:endParaRPr lang="en-US" sz="1200" dirty="0"/>
          </a:p>
          <a:p>
            <a:r>
              <a:rPr lang="en-US" sz="1200" dirty="0"/>
              <a:t>Queue:</a:t>
            </a:r>
          </a:p>
          <a:p>
            <a:r>
              <a:rPr lang="en-US" sz="1200" dirty="0"/>
              <a:t>15 25 35 45 55</a:t>
            </a:r>
          </a:p>
          <a:p>
            <a:endParaRPr lang="en-US" sz="1200" dirty="0"/>
          </a:p>
          <a:p>
            <a:r>
              <a:rPr lang="en-US" sz="1200" dirty="0"/>
              <a:t>dequeue() → removes 15</a:t>
            </a:r>
          </a:p>
          <a:p>
            <a:r>
              <a:rPr lang="en-US" sz="1200" dirty="0"/>
              <a:t>dequeue() → removes 25</a:t>
            </a:r>
          </a:p>
          <a:p>
            <a:endParaRPr lang="en-US" sz="1200" dirty="0"/>
          </a:p>
          <a:p>
            <a:r>
              <a:rPr lang="en-US" sz="1200" dirty="0"/>
              <a:t>Queue:</a:t>
            </a:r>
          </a:p>
          <a:p>
            <a:r>
              <a:rPr lang="en-US" sz="1200" dirty="0"/>
              <a:t>35 45 55</a:t>
            </a:r>
          </a:p>
          <a:p>
            <a:endParaRPr lang="en-US" sz="1200" dirty="0"/>
          </a:p>
          <a:p>
            <a:r>
              <a:rPr lang="en-US" sz="1200" dirty="0"/>
              <a:t>enqueue(65) → wraps to index 0</a:t>
            </a:r>
          </a:p>
          <a:p>
            <a:r>
              <a:rPr lang="en-US" sz="1200" dirty="0"/>
              <a:t>enqueue(75) → uses index 1</a:t>
            </a:r>
          </a:p>
          <a:p>
            <a:endParaRPr lang="en-US" sz="1200" dirty="0"/>
          </a:p>
          <a:p>
            <a:r>
              <a:rPr lang="en-US" sz="1200" dirty="0"/>
              <a:t>Final Queue:</a:t>
            </a:r>
          </a:p>
          <a:p>
            <a:r>
              <a:rPr lang="en-US" sz="1200" dirty="0"/>
              <a:t>35 45 55 65 75</a:t>
            </a:r>
          </a:p>
        </p:txBody>
      </p:sp>
    </p:spTree>
    <p:extLst>
      <p:ext uri="{BB962C8B-B14F-4D97-AF65-F5344CB8AC3E}">
        <p14:creationId xmlns:p14="http://schemas.microsoft.com/office/powerpoint/2010/main" val="211764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hlinkClick r:id="" action="ppaction://ole?verb=0"/>
            <a:extLst>
              <a:ext uri="{FF2B5EF4-FFF2-40B4-BE49-F238E27FC236}">
                <a16:creationId xmlns:a16="http://schemas.microsoft.com/office/drawing/2014/main" id="{8F53EA4D-E6C3-5202-9CBC-507E301A34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511708"/>
              </p:ext>
            </p:extLst>
          </p:nvPr>
        </p:nvGraphicFramePr>
        <p:xfrm>
          <a:off x="98424" y="98424"/>
          <a:ext cx="12017375" cy="67597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6096296" imgH="3429229" progId="PowerPoint.Show.12">
                  <p:embed/>
                </p:oleObj>
              </mc:Choice>
              <mc:Fallback>
                <p:oleObj name="Presentation" r:id="rId2" imgW="6096296" imgH="3429229" progId="PowerPoint.Show.12">
                  <p:embed/>
                  <p:pic>
                    <p:nvPicPr>
                      <p:cNvPr id="2" name="Object 1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8F53EA4D-E6C3-5202-9CBC-507E301A34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4" y="98424"/>
                        <a:ext cx="12017375" cy="67597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5986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1788</Words>
  <Application>Microsoft Office PowerPoint</Application>
  <PresentationFormat>Widescreen</PresentationFormat>
  <Paragraphs>265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Symbol</vt:lpstr>
      <vt:lpstr>Office Theme</vt:lpstr>
      <vt:lpstr>Microsoft PowerPoint Presentation</vt:lpstr>
      <vt:lpstr>PowerPoint Presentation</vt:lpstr>
      <vt:lpstr>Queue Data Structure &amp; FIFO Principle</vt:lpstr>
      <vt:lpstr>PowerPoint Presentation</vt:lpstr>
      <vt:lpstr>PowerPoint Presentation</vt:lpstr>
      <vt:lpstr>Enqueue, Dequeue &amp; Queue Conditions</vt:lpstr>
      <vt:lpstr>PowerPoint Presentation</vt:lpstr>
      <vt:lpstr>PowerPoint Presentation</vt:lpstr>
      <vt:lpstr>Main Required Queue Diagram</vt:lpstr>
      <vt:lpstr>Queue Overflow &amp; Underflow</vt:lpstr>
      <vt:lpstr>Queue Underflow </vt:lpstr>
      <vt:lpstr>Problem With a Linear Array Queue</vt:lpstr>
      <vt:lpstr>PowerPoint Presentation</vt:lpstr>
      <vt:lpstr>Circular Queue &amp; Wrap-Around</vt:lpstr>
      <vt:lpstr>After First Wrap-Around</vt:lpstr>
      <vt:lpstr>PowerPoint Presentation</vt:lpstr>
      <vt:lpstr>Circular Queue Benefits + Layperson Example</vt:lpstr>
      <vt:lpstr>Layperson Example — Circular Waiting System</vt:lpstr>
      <vt:lpstr>C++ Implementation &amp; Intentional Wrap-Around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rushikesh nayak</dc:creator>
  <cp:lastModifiedBy>rushikesh nayak</cp:lastModifiedBy>
  <cp:revision>1</cp:revision>
  <dcterms:created xsi:type="dcterms:W3CDTF">2026-09-17T21:10:45Z</dcterms:created>
  <dcterms:modified xsi:type="dcterms:W3CDTF">2026-09-22T19:32:43Z</dcterms:modified>
</cp:coreProperties>
</file>